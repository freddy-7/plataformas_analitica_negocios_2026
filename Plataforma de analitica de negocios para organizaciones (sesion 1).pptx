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69"/>
  </p:notesMasterIdLst>
  <p:sldIdLst>
    <p:sldId id="256" r:id="rId2"/>
    <p:sldId id="357" r:id="rId3"/>
    <p:sldId id="358" r:id="rId4"/>
    <p:sldId id="359" r:id="rId5"/>
    <p:sldId id="360" r:id="rId6"/>
    <p:sldId id="361" r:id="rId7"/>
    <p:sldId id="443" r:id="rId8"/>
    <p:sldId id="426" r:id="rId9"/>
    <p:sldId id="363" r:id="rId10"/>
    <p:sldId id="424" r:id="rId11"/>
    <p:sldId id="362" r:id="rId12"/>
    <p:sldId id="364" r:id="rId13"/>
    <p:sldId id="435" r:id="rId14"/>
    <p:sldId id="365" r:id="rId15"/>
    <p:sldId id="366" r:id="rId16"/>
    <p:sldId id="367" r:id="rId17"/>
    <p:sldId id="378" r:id="rId18"/>
    <p:sldId id="368" r:id="rId19"/>
    <p:sldId id="370" r:id="rId20"/>
    <p:sldId id="371" r:id="rId21"/>
    <p:sldId id="425" r:id="rId22"/>
    <p:sldId id="372" r:id="rId23"/>
    <p:sldId id="375" r:id="rId24"/>
    <p:sldId id="379" r:id="rId25"/>
    <p:sldId id="374" r:id="rId26"/>
    <p:sldId id="373" r:id="rId27"/>
    <p:sldId id="376" r:id="rId28"/>
    <p:sldId id="377" r:id="rId29"/>
    <p:sldId id="369" r:id="rId30"/>
    <p:sldId id="380" r:id="rId31"/>
    <p:sldId id="381" r:id="rId32"/>
    <p:sldId id="382" r:id="rId33"/>
    <p:sldId id="383" r:id="rId34"/>
    <p:sldId id="384" r:id="rId35"/>
    <p:sldId id="385" r:id="rId36"/>
    <p:sldId id="386" r:id="rId37"/>
    <p:sldId id="387" r:id="rId38"/>
    <p:sldId id="388" r:id="rId39"/>
    <p:sldId id="389" r:id="rId40"/>
    <p:sldId id="390" r:id="rId41"/>
    <p:sldId id="391" r:id="rId42"/>
    <p:sldId id="439" r:id="rId43"/>
    <p:sldId id="414" r:id="rId44"/>
    <p:sldId id="415" r:id="rId45"/>
    <p:sldId id="427" r:id="rId46"/>
    <p:sldId id="438" r:id="rId47"/>
    <p:sldId id="437" r:id="rId48"/>
    <p:sldId id="436" r:id="rId49"/>
    <p:sldId id="428" r:id="rId50"/>
    <p:sldId id="429" r:id="rId51"/>
    <p:sldId id="430" r:id="rId52"/>
    <p:sldId id="431" r:id="rId53"/>
    <p:sldId id="432" r:id="rId54"/>
    <p:sldId id="433" r:id="rId55"/>
    <p:sldId id="434" r:id="rId56"/>
    <p:sldId id="392" r:id="rId57"/>
    <p:sldId id="393" r:id="rId58"/>
    <p:sldId id="394" r:id="rId59"/>
    <p:sldId id="395" r:id="rId60"/>
    <p:sldId id="396" r:id="rId61"/>
    <p:sldId id="399" r:id="rId62"/>
    <p:sldId id="400" r:id="rId63"/>
    <p:sldId id="401" r:id="rId64"/>
    <p:sldId id="402" r:id="rId65"/>
    <p:sldId id="403" r:id="rId66"/>
    <p:sldId id="404" r:id="rId67"/>
    <p:sldId id="280" r:id="rId68"/>
  </p:sldIdLst>
  <p:sldSz cx="9144000" cy="5143500" type="screen16x9"/>
  <p:notesSz cx="6858000" cy="9144000"/>
  <p:embeddedFontLst>
    <p:embeddedFont>
      <p:font typeface="Advent Pro Light" panose="020B0604020202020204" charset="0"/>
      <p:regular r:id="rId70"/>
      <p:bold r:id="rId71"/>
    </p:embeddedFont>
    <p:embeddedFont>
      <p:font typeface="Anton" pitchFamily="2" charset="0"/>
      <p:regular r:id="rId72"/>
    </p:embeddedFont>
    <p:embeddedFont>
      <p:font typeface="Fira Sans Condensed Light" panose="020B0403050000020004" pitchFamily="34" charset="0"/>
      <p:regular r:id="rId73"/>
      <p:bold r:id="rId74"/>
      <p:italic r:id="rId75"/>
      <p:boldItalic r:id="rId76"/>
    </p:embeddedFont>
    <p:embeddedFont>
      <p:font typeface="Rajdhani" panose="020B0604020202020204" charset="0"/>
      <p:regular r:id="rId77"/>
      <p:bold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397FE-706D-4E7D-AA01-638484C1D090}">
  <a:tblStyle styleId="{95E397FE-706D-4E7D-AA01-638484C1D0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969" autoAdjust="0"/>
  </p:normalViewPr>
  <p:slideViewPr>
    <p:cSldViewPr snapToGrid="0">
      <p:cViewPr varScale="1">
        <p:scale>
          <a:sx n="91" d="100"/>
          <a:sy n="91" d="100"/>
        </p:scale>
        <p:origin x="786" y="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5.fntdata"/><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77"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3.fntdata"/><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1.fntdata"/><Relationship Id="rId75"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4.fntdata"/><Relationship Id="rId78" Type="http://schemas.openxmlformats.org/officeDocument/2006/relationships/font" Target="fonts/font9.fntdata"/><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7.fntdata"/><Relationship Id="rId7" Type="http://schemas.openxmlformats.org/officeDocument/2006/relationships/slide" Target="slides/slide6.xml"/><Relationship Id="rId71" Type="http://schemas.openxmlformats.org/officeDocument/2006/relationships/font" Target="fonts/font2.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57539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0075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8"/>
        <p:cNvGrpSpPr/>
        <p:nvPr/>
      </p:nvGrpSpPr>
      <p:grpSpPr>
        <a:xfrm>
          <a:off x="0" y="0"/>
          <a:ext cx="0" cy="0"/>
          <a:chOff x="0" y="0"/>
          <a:chExt cx="0" cy="0"/>
        </a:xfrm>
      </p:grpSpPr>
      <p:sp>
        <p:nvSpPr>
          <p:cNvPr id="1789" name="Google Shape;1789;g7098bb5640_0_1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0" name="Google Shape;1790;g7098bb5640_0_1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45907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8"/>
        <p:cNvGrpSpPr/>
        <p:nvPr/>
      </p:nvGrpSpPr>
      <p:grpSpPr>
        <a:xfrm>
          <a:off x="0" y="0"/>
          <a:ext cx="0" cy="0"/>
          <a:chOff x="0" y="0"/>
          <a:chExt cx="0" cy="0"/>
        </a:xfrm>
      </p:grpSpPr>
      <p:sp>
        <p:nvSpPr>
          <p:cNvPr id="1789" name="Google Shape;1789;g7098bb5640_0_1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0" name="Google Shape;1790;g7098bb5640_0_1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45907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31648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a:extLst>
            <a:ext uri="{FF2B5EF4-FFF2-40B4-BE49-F238E27FC236}">
              <a16:creationId xmlns:a16="http://schemas.microsoft.com/office/drawing/2014/main" id="{1245DA13-4526-EE48-4147-5A6D3F5EC63A}"/>
            </a:ext>
          </a:extLst>
        </p:cNvPr>
        <p:cNvGrpSpPr/>
        <p:nvPr/>
      </p:nvGrpSpPr>
      <p:grpSpPr>
        <a:xfrm>
          <a:off x="0" y="0"/>
          <a:ext cx="0" cy="0"/>
          <a:chOff x="0" y="0"/>
          <a:chExt cx="0" cy="0"/>
        </a:xfrm>
      </p:grpSpPr>
      <p:sp>
        <p:nvSpPr>
          <p:cNvPr id="643" name="Google Shape;643;g65abef0139_0_223:notes">
            <a:extLst>
              <a:ext uri="{FF2B5EF4-FFF2-40B4-BE49-F238E27FC236}">
                <a16:creationId xmlns:a16="http://schemas.microsoft.com/office/drawing/2014/main" id="{8348A8F6-3EE8-48FE-3199-15DA9D53CC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a:extLst>
              <a:ext uri="{FF2B5EF4-FFF2-40B4-BE49-F238E27FC236}">
                <a16:creationId xmlns:a16="http://schemas.microsoft.com/office/drawing/2014/main" id="{0705169E-31FE-58BB-C2E8-34A211D9C1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24499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a:extLst>
            <a:ext uri="{FF2B5EF4-FFF2-40B4-BE49-F238E27FC236}">
              <a16:creationId xmlns:a16="http://schemas.microsoft.com/office/drawing/2014/main" id="{1B5961A5-8345-CF79-4C19-817E3CD3D1FE}"/>
            </a:ext>
          </a:extLst>
        </p:cNvPr>
        <p:cNvGrpSpPr/>
        <p:nvPr/>
      </p:nvGrpSpPr>
      <p:grpSpPr>
        <a:xfrm>
          <a:off x="0" y="0"/>
          <a:ext cx="0" cy="0"/>
          <a:chOff x="0" y="0"/>
          <a:chExt cx="0" cy="0"/>
        </a:xfrm>
      </p:grpSpPr>
      <p:sp>
        <p:nvSpPr>
          <p:cNvPr id="643" name="Google Shape;643;g65abef0139_0_223:notes">
            <a:extLst>
              <a:ext uri="{FF2B5EF4-FFF2-40B4-BE49-F238E27FC236}">
                <a16:creationId xmlns:a16="http://schemas.microsoft.com/office/drawing/2014/main" id="{9C73225D-2D29-9959-82E0-E6E532656C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a:extLst>
              <a:ext uri="{FF2B5EF4-FFF2-40B4-BE49-F238E27FC236}">
                <a16:creationId xmlns:a16="http://schemas.microsoft.com/office/drawing/2014/main" id="{EA2B1205-8010-E731-C053-730522153B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555851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31648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728140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316488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708a6ee8a1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906656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263086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507985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107768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793068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575473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06735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98133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44957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113873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409414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367405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733752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691052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838585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1965792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770760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377391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212216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851044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6671932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24437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7098bb5640_0_1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7098bb5640_0_1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812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139150"/>
            <a:ext cx="4404000" cy="25905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solidFill>
                  <a:srgbClr val="F3F3F3"/>
                </a:solidFill>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85075"/>
            <a:ext cx="3384900" cy="4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solidFill>
                  <a:srgbClr val="F3F3F3"/>
                </a:solidFill>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720000" y="1152475"/>
            <a:ext cx="7704000" cy="3416400"/>
          </a:xfrm>
          <a:prstGeom prst="rect">
            <a:avLst/>
          </a:prstGeom>
          <a:solidFill>
            <a:srgbClr val="FFFFFF">
              <a:alpha val="45090"/>
            </a:srgbClr>
          </a:solidFill>
        </p:spPr>
        <p:txBody>
          <a:bodyPr spcFirstLastPara="1" wrap="square" lIns="91425" tIns="91425" rIns="91425" bIns="91425" anchor="t" anchorCtr="0">
            <a:noAutofit/>
          </a:bodyPr>
          <a:lstStyle>
            <a:lvl1pPr marL="457200" lvl="0" indent="-298450">
              <a:lnSpc>
                <a:spcPct val="100000"/>
              </a:lnSpc>
              <a:spcBef>
                <a:spcPts val="0"/>
              </a:spcBef>
              <a:spcAft>
                <a:spcPts val="0"/>
              </a:spcAft>
              <a:buClr>
                <a:srgbClr val="434343"/>
              </a:buClr>
              <a:buSzPts val="1100"/>
              <a:buAutoNum type="arabicPeriod"/>
              <a:defRPr sz="1300">
                <a:solidFill>
                  <a:srgbClr val="F3F3F3"/>
                </a:solidFill>
              </a:defRPr>
            </a:lvl1pPr>
            <a:lvl2pPr marL="914400" lvl="1" indent="-298450">
              <a:spcBef>
                <a:spcPts val="1600"/>
              </a:spcBef>
              <a:spcAft>
                <a:spcPts val="0"/>
              </a:spcAft>
              <a:buClr>
                <a:srgbClr val="000000"/>
              </a:buClr>
              <a:buSzPts val="1100"/>
              <a:buAutoNum type="alphaLcPeriod"/>
              <a:defRPr sz="1200"/>
            </a:lvl2pPr>
            <a:lvl3pPr marL="1371600" lvl="2" indent="-298450">
              <a:spcBef>
                <a:spcPts val="1600"/>
              </a:spcBef>
              <a:spcAft>
                <a:spcPts val="0"/>
              </a:spcAft>
              <a:buClr>
                <a:srgbClr val="000000"/>
              </a:buClr>
              <a:buSzPts val="1100"/>
              <a:buAutoNum type="romanLcPeriod"/>
              <a:defRPr sz="1200"/>
            </a:lvl3pPr>
            <a:lvl4pPr marL="1828800" lvl="3" indent="-298450">
              <a:spcBef>
                <a:spcPts val="1600"/>
              </a:spcBef>
              <a:spcAft>
                <a:spcPts val="0"/>
              </a:spcAft>
              <a:buClr>
                <a:srgbClr val="000000"/>
              </a:buClr>
              <a:buSzPts val="1100"/>
              <a:buAutoNum type="arabicPeriod"/>
              <a:defRPr sz="1200"/>
            </a:lvl4pPr>
            <a:lvl5pPr marL="2286000" lvl="4" indent="-298450">
              <a:spcBef>
                <a:spcPts val="1600"/>
              </a:spcBef>
              <a:spcAft>
                <a:spcPts val="0"/>
              </a:spcAft>
              <a:buClr>
                <a:srgbClr val="000000"/>
              </a:buClr>
              <a:buSzPts val="1100"/>
              <a:buAutoNum type="alphaLcPeriod"/>
              <a:defRPr sz="1200"/>
            </a:lvl5pPr>
            <a:lvl6pPr marL="2743200" lvl="5" indent="-298450">
              <a:spcBef>
                <a:spcPts val="1600"/>
              </a:spcBef>
              <a:spcAft>
                <a:spcPts val="0"/>
              </a:spcAft>
              <a:buClr>
                <a:srgbClr val="000000"/>
              </a:buClr>
              <a:buSzPts val="1100"/>
              <a:buAutoNum type="romanLcPeriod"/>
              <a:defRPr sz="1200"/>
            </a:lvl6pPr>
            <a:lvl7pPr marL="3200400" lvl="6" indent="-298450">
              <a:spcBef>
                <a:spcPts val="1600"/>
              </a:spcBef>
              <a:spcAft>
                <a:spcPts val="0"/>
              </a:spcAft>
              <a:buClr>
                <a:srgbClr val="000000"/>
              </a:buClr>
              <a:buSzPts val="1100"/>
              <a:buAutoNum type="arabicPeriod"/>
              <a:defRPr sz="1200"/>
            </a:lvl7pPr>
            <a:lvl8pPr marL="3657600" lvl="7" indent="-298450">
              <a:spcBef>
                <a:spcPts val="1600"/>
              </a:spcBef>
              <a:spcAft>
                <a:spcPts val="0"/>
              </a:spcAft>
              <a:buClr>
                <a:srgbClr val="000000"/>
              </a:buClr>
              <a:buSzPts val="1100"/>
              <a:buAutoNum type="alphaLcPeriod"/>
              <a:defRPr sz="1200"/>
            </a:lvl8pPr>
            <a:lvl9pPr marL="4114800" lvl="8" indent="-298450">
              <a:spcBef>
                <a:spcPts val="1600"/>
              </a:spcBef>
              <a:spcAft>
                <a:spcPts val="1600"/>
              </a:spcAft>
              <a:buClr>
                <a:srgbClr val="000000"/>
              </a:buClr>
              <a:buSzPts val="1100"/>
              <a:buAutoNum type="romanLcPeriod"/>
              <a:defRPr sz="1200"/>
            </a:lvl9pPr>
          </a:lstStyle>
          <a:p>
            <a:endParaRPr/>
          </a:p>
        </p:txBody>
      </p:sp>
      <p:sp>
        <p:nvSpPr>
          <p:cNvPr id="15" name="Google Shape;15;p4"/>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400">
                <a:solidFill>
                  <a:srgbClr val="F3F3F3"/>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8"/>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solidFill>
                  <a:srgbClr val="F3F3F3"/>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blipFill>
          <a:blip r:embed="rId2">
            <a:alphaModFix/>
          </a:blip>
          <a:stretch>
            <a:fillRect/>
          </a:stretch>
        </a:blip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título 1">
  <p:cSld name="Solo título 1">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solidFill>
                  <a:srgbClr val="F3F3F3"/>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3" name="Google Shape;33;p10"/>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solidFill>
                  <a:srgbClr val="F3F3F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 name="Google Shape;34;p10"/>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solidFill>
                  <a:srgbClr val="F3F3F3"/>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C343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1pPr>
            <a:lvl2pPr lvl="1">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2pPr>
            <a:lvl3pPr lvl="2">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3pPr>
            <a:lvl4pPr lvl="3">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4pPr>
            <a:lvl5pPr lvl="4">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5pPr>
            <a:lvl6pPr lvl="5">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6pPr>
            <a:lvl7pPr lvl="6">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7pPr>
            <a:lvl8pPr lvl="7">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8pPr>
            <a:lvl9pPr lvl="8">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9" r:id="rId4"/>
    <p:sldLayoutId id="2147483666" r:id="rId5"/>
    <p:sldLayoutId id="2147483667" r:id="rId6"/>
    <p:sldLayoutId id="2147483670" r:id="rId7"/>
    <p:sldLayoutId id="2147483671" r:id="rId8"/>
    <p:sldLayoutId id="214748367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9.xml"/><Relationship Id="rId6" Type="http://schemas.openxmlformats.org/officeDocument/2006/relationships/image" Target="../media/image19.jpeg"/><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9.xml"/><Relationship Id="rId4" Type="http://schemas.openxmlformats.org/officeDocument/2006/relationships/image" Target="../media/image21.jpe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9.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9.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9.xm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9.xml"/><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9.xml"/><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9.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9.xml"/><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9.xm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9.xm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9.xml"/><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9.xml"/><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9.xml"/><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9.xml"/><Relationship Id="rId4" Type="http://schemas.openxmlformats.org/officeDocument/2006/relationships/image" Target="../media/image30.png"/></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9.xml"/><Relationship Id="rId5" Type="http://schemas.openxmlformats.org/officeDocument/2006/relationships/image" Target="../media/image38.png"/><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9.xml"/><Relationship Id="rId4" Type="http://schemas.openxmlformats.org/officeDocument/2006/relationships/image" Target="../media/image39.png"/></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9.xml"/><Relationship Id="rId4" Type="http://schemas.openxmlformats.org/officeDocument/2006/relationships/image" Target="../media/image40.png"/></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5.xml"/><Relationship Id="rId1" Type="http://schemas.openxmlformats.org/officeDocument/2006/relationships/slideLayout" Target="../slideLayouts/slideLayout9.xml"/><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6.xml"/><Relationship Id="rId1" Type="http://schemas.openxmlformats.org/officeDocument/2006/relationships/slideLayout" Target="../slideLayouts/slideLayout9.xml"/><Relationship Id="rId4" Type="http://schemas.openxmlformats.org/officeDocument/2006/relationships/image" Target="../media/image42.png"/></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7.xml"/><Relationship Id="rId1" Type="http://schemas.openxmlformats.org/officeDocument/2006/relationships/slideLayout" Target="../slideLayouts/slideLayout9.xml"/><Relationship Id="rId4" Type="http://schemas.openxmlformats.org/officeDocument/2006/relationships/image" Target="../media/image43.png"/></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8.xml"/><Relationship Id="rId1" Type="http://schemas.openxmlformats.org/officeDocument/2006/relationships/slideLayout" Target="../slideLayouts/slideLayout9.xml"/><Relationship Id="rId4" Type="http://schemas.openxmlformats.org/officeDocument/2006/relationships/image" Target="../media/image44.png"/></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9.xml"/><Relationship Id="rId1" Type="http://schemas.openxmlformats.org/officeDocument/2006/relationships/slideLayout" Target="../slideLayouts/slideLayout9.xml"/><Relationship Id="rId4" Type="http://schemas.openxmlformats.org/officeDocument/2006/relationships/image" Target="../media/image45.png"/></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0.xml"/><Relationship Id="rId1" Type="http://schemas.openxmlformats.org/officeDocument/2006/relationships/slideLayout" Target="../slideLayouts/slideLayout9.xml"/><Relationship Id="rId4" Type="http://schemas.openxmlformats.org/officeDocument/2006/relationships/image" Target="../media/image46.png"/></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1.xml"/><Relationship Id="rId1" Type="http://schemas.openxmlformats.org/officeDocument/2006/relationships/slideLayout" Target="../slideLayouts/slideLayout9.xml"/><Relationship Id="rId4" Type="http://schemas.openxmlformats.org/officeDocument/2006/relationships/image" Target="../media/image47.png"/></Relationships>
</file>

<file path=ppt/slides/_rels/slide5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2.xml"/><Relationship Id="rId1" Type="http://schemas.openxmlformats.org/officeDocument/2006/relationships/slideLayout" Target="../slideLayouts/slideLayout9.xml"/><Relationship Id="rId4" Type="http://schemas.openxmlformats.org/officeDocument/2006/relationships/image" Target="../media/image48.png"/></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3.xml"/><Relationship Id="rId1" Type="http://schemas.openxmlformats.org/officeDocument/2006/relationships/slideLayout" Target="../slideLayouts/slideLayout9.xml"/><Relationship Id="rId4" Type="http://schemas.openxmlformats.org/officeDocument/2006/relationships/image" Target="../media/image49.png"/></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4.xml"/><Relationship Id="rId1" Type="http://schemas.openxmlformats.org/officeDocument/2006/relationships/slideLayout" Target="../slideLayouts/slideLayout9.xml"/><Relationship Id="rId4" Type="http://schemas.openxmlformats.org/officeDocument/2006/relationships/image" Target="../media/image50.png"/></Relationships>
</file>

<file path=ppt/slides/_rels/slide5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5.xml"/><Relationship Id="rId1" Type="http://schemas.openxmlformats.org/officeDocument/2006/relationships/slideLayout" Target="../slideLayouts/slideLayout9.xml"/><Relationship Id="rId4" Type="http://schemas.openxmlformats.org/officeDocument/2006/relationships/image" Target="../media/image51.png"/></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6.xml"/><Relationship Id="rId1" Type="http://schemas.openxmlformats.org/officeDocument/2006/relationships/slideLayout" Target="../slideLayouts/slideLayout9.xml"/><Relationship Id="rId4" Type="http://schemas.openxmlformats.org/officeDocument/2006/relationships/image" Target="../media/image52.png"/></Relationships>
</file>

<file path=ppt/slides/_rels/slide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7.xml"/><Relationship Id="rId1" Type="http://schemas.openxmlformats.org/officeDocument/2006/relationships/slideLayout" Target="../slideLayouts/slideLayout9.xml"/><Relationship Id="rId4" Type="http://schemas.openxmlformats.org/officeDocument/2006/relationships/image" Target="../media/image53.png"/></Relationships>
</file>

<file path=ppt/slides/_rels/slide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8.xml"/><Relationship Id="rId1" Type="http://schemas.openxmlformats.org/officeDocument/2006/relationships/slideLayout" Target="../slideLayouts/slideLayout9.xml"/><Relationship Id="rId4" Type="http://schemas.openxmlformats.org/officeDocument/2006/relationships/image" Target="../media/image54.png"/></Relationships>
</file>

<file path=ppt/slides/_rels/slide5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9.xml"/><Relationship Id="rId1" Type="http://schemas.openxmlformats.org/officeDocument/2006/relationships/slideLayout" Target="../slideLayouts/slideLayout9.xml"/><Relationship Id="rId4" Type="http://schemas.openxmlformats.org/officeDocument/2006/relationships/image" Target="../media/image55.png"/></Relationships>
</file>

<file path=ppt/slides/_rels/slide6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0.xml"/><Relationship Id="rId1" Type="http://schemas.openxmlformats.org/officeDocument/2006/relationships/slideLayout" Target="../slideLayouts/slideLayout9.xml"/><Relationship Id="rId4" Type="http://schemas.openxmlformats.org/officeDocument/2006/relationships/image" Target="../media/image56.png"/></Relationships>
</file>

<file path=ppt/slides/_rels/slide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1.xml"/><Relationship Id="rId1" Type="http://schemas.openxmlformats.org/officeDocument/2006/relationships/slideLayout" Target="../slideLayouts/slideLayout9.xml"/><Relationship Id="rId4" Type="http://schemas.openxmlformats.org/officeDocument/2006/relationships/image" Target="../media/image57.png"/></Relationships>
</file>

<file path=ppt/slides/_rels/slide6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2.xml"/><Relationship Id="rId1" Type="http://schemas.openxmlformats.org/officeDocument/2006/relationships/slideLayout" Target="../slideLayouts/slideLayout9.xml"/><Relationship Id="rId4" Type="http://schemas.openxmlformats.org/officeDocument/2006/relationships/image" Target="../media/image58.png"/></Relationships>
</file>

<file path=ppt/slides/_rels/slide6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3.xml"/><Relationship Id="rId1" Type="http://schemas.openxmlformats.org/officeDocument/2006/relationships/slideLayout" Target="../slideLayouts/slideLayout9.xml"/><Relationship Id="rId4" Type="http://schemas.openxmlformats.org/officeDocument/2006/relationships/image" Target="../media/image59.png"/></Relationships>
</file>

<file path=ppt/slides/_rels/slide6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4.xml"/><Relationship Id="rId1" Type="http://schemas.openxmlformats.org/officeDocument/2006/relationships/slideLayout" Target="../slideLayouts/slideLayout9.xml"/><Relationship Id="rId4" Type="http://schemas.openxmlformats.org/officeDocument/2006/relationships/image" Target="../media/image60.png"/></Relationships>
</file>

<file path=ppt/slides/_rels/slide6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5.xml"/><Relationship Id="rId1" Type="http://schemas.openxmlformats.org/officeDocument/2006/relationships/slideLayout" Target="../slideLayouts/slideLayout9.xml"/><Relationship Id="rId4" Type="http://schemas.openxmlformats.org/officeDocument/2006/relationships/image" Target="../media/image57.png"/></Relationships>
</file>

<file path=ppt/slides/_rels/slide6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6.xml"/><Relationship Id="rId1" Type="http://schemas.openxmlformats.org/officeDocument/2006/relationships/slideLayout" Target="../slideLayouts/slideLayout9.xml"/><Relationship Id="rId4" Type="http://schemas.openxmlformats.org/officeDocument/2006/relationships/image" Target="../media/image61.png"/></Relationships>
</file>

<file path=ppt/slides/_rels/slide6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hyperlink" Target="mailto:Alfredo.garcias@tec.m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7" name="object 14"/>
          <p:cNvSpPr txBox="1"/>
          <p:nvPr/>
        </p:nvSpPr>
        <p:spPr>
          <a:xfrm>
            <a:off x="745436" y="839354"/>
            <a:ext cx="8398564" cy="4299318"/>
          </a:xfrm>
          <a:prstGeom prst="rect">
            <a:avLst/>
          </a:prstGeom>
        </p:spPr>
        <p:txBody>
          <a:bodyPr vert="horz" wrap="square" lIns="0" tIns="13399" rIns="0" bIns="0" rtlCol="0">
            <a:spAutoFit/>
          </a:bodyPr>
          <a:lstStyle/>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br>
              <a:rPr lang="es-MX" dirty="0">
                <a:solidFill>
                  <a:schemeClr val="accent4"/>
                </a:solidFill>
                <a:latin typeface="Fira Sans Condensed Light" panose="020B0604020202020204" charset="0"/>
                <a:cs typeface="Times New Roman" panose="02020603050405020304" pitchFamily="18" charset="0"/>
              </a:rPr>
            </a:br>
            <a:br>
              <a:rPr lang="es-ES" sz="2000" b="1" dirty="0">
                <a:solidFill>
                  <a:srgbClr val="FF0000"/>
                </a:solidFill>
                <a:latin typeface="Fira Sans Condensed Light" panose="020B0604020202020204" charset="0"/>
                <a:cs typeface="Times New Roman" panose="02020603050405020304" pitchFamily="18" charset="0"/>
              </a:rPr>
            </a:b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spcBef>
                <a:spcPts val="106"/>
              </a:spcBef>
            </a:pPr>
            <a:r>
              <a:rPr lang="es-ES" sz="1600" b="1" dirty="0">
                <a:solidFill>
                  <a:schemeClr val="bg1"/>
                </a:solidFill>
                <a:latin typeface="Fira Sans Condensed Light" panose="020B0604020202020204" charset="0"/>
                <a:cs typeface="Times New Roman" panose="02020603050405020304" pitchFamily="18" charset="0"/>
              </a:rPr>
              <a:t>TI2001B</a:t>
            </a:r>
            <a:br>
              <a:rPr lang="es-ES" sz="2300" b="1" dirty="0">
                <a:solidFill>
                  <a:srgbClr val="FF0000"/>
                </a:solidFill>
                <a:latin typeface="Fira Sans Condensed Light" panose="020B0604020202020204" charset="0"/>
                <a:cs typeface="Times New Roman" panose="02020603050405020304" pitchFamily="18" charset="0"/>
              </a:rPr>
            </a:br>
            <a:r>
              <a:rPr lang="es-ES" sz="2700" b="1" dirty="0">
                <a:solidFill>
                  <a:schemeClr val="accent4"/>
                </a:solidFill>
                <a:latin typeface="Fira Sans Condensed Light" panose="020B0604020202020204" charset="0"/>
                <a:cs typeface="Times New Roman" panose="02020603050405020304" pitchFamily="18" charset="0"/>
              </a:rPr>
              <a:t>Plataformas de Analítica de Negocios para Organizaciones</a:t>
            </a:r>
          </a:p>
          <a:p>
            <a:pPr marL="14105" marR="5642">
              <a:spcBef>
                <a:spcPts val="106"/>
              </a:spcBef>
            </a:pPr>
            <a:endParaRPr lang="es-ES" sz="2000" b="1" dirty="0">
              <a:solidFill>
                <a:schemeClr val="bg1"/>
              </a:solidFill>
              <a:latin typeface="Fira Sans Condensed Light" panose="020B0604020202020204" charset="0"/>
              <a:cs typeface="Times New Roman" panose="02020603050405020304" pitchFamily="18" charset="0"/>
            </a:endParaRP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11 de Agosto del 2026</a:t>
            </a:r>
            <a:br>
              <a:rPr lang="es-ES" sz="2000" b="1" dirty="0">
                <a:solidFill>
                  <a:srgbClr val="FF0000"/>
                </a:solidFill>
                <a:latin typeface="Fira Sans Condensed Light" panose="020B0604020202020204" charset="0"/>
                <a:cs typeface="Times New Roman" panose="02020603050405020304" pitchFamily="18" charset="0"/>
              </a:rPr>
            </a:br>
            <a:endParaRPr lang="es-MX" dirty="0">
              <a:solidFill>
                <a:schemeClr val="tx2"/>
              </a:solidFill>
              <a:latin typeface="Fira Sans Condensed Light" panose="020B0604020202020204" charset="0"/>
              <a:cs typeface="Times New Roman" panose="02020603050405020304" pitchFamily="18" charset="0"/>
            </a:endParaRPr>
          </a:p>
        </p:txBody>
      </p:sp>
      <p:sp>
        <p:nvSpPr>
          <p:cNvPr id="1028" name="AutoShape 4" descr="Inicio | Título Electrónico Puebl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1434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5506277" y="308115"/>
            <a:ext cx="3345621" cy="587367"/>
          </a:xfrm>
          <a:prstGeom prst="rect">
            <a:avLst/>
          </a:prstGeom>
          <a:noFill/>
        </p:spPr>
      </p:pic>
      <p:cxnSp>
        <p:nvCxnSpPr>
          <p:cNvPr id="11" name="Google Shape;137;p27"/>
          <p:cNvCxnSpPr/>
          <p:nvPr/>
        </p:nvCxnSpPr>
        <p:spPr>
          <a:xfrm>
            <a:off x="599181" y="3300059"/>
            <a:ext cx="0" cy="630600"/>
          </a:xfrm>
          <a:prstGeom prst="straightConnector1">
            <a:avLst/>
          </a:prstGeom>
          <a:noFill/>
          <a:ln w="19050" cap="flat" cmpd="sng">
            <a:solidFill>
              <a:srgbClr val="F3F3F3"/>
            </a:solidFill>
            <a:prstDash val="solid"/>
            <a:round/>
            <a:headEnd type="oval" w="med" len="med"/>
            <a:tailEnd type="oval" w="med" len="med"/>
          </a:ln>
        </p:spPr>
      </p:cxnSp>
      <p:sp>
        <p:nvSpPr>
          <p:cNvPr id="6" name="Google Shape;136;p27"/>
          <p:cNvSpPr txBox="1">
            <a:spLocks noGrp="1"/>
          </p:cNvSpPr>
          <p:nvPr>
            <p:ph type="subTitle" idx="1"/>
          </p:nvPr>
        </p:nvSpPr>
        <p:spPr>
          <a:xfrm>
            <a:off x="0" y="4922784"/>
            <a:ext cx="3352799" cy="220716"/>
          </a:xfrm>
          <a:prstGeom prst="rect">
            <a:avLst/>
          </a:prstGeom>
        </p:spPr>
        <p:txBody>
          <a:bodyPr spcFirstLastPara="1" wrap="square" lIns="91425" tIns="91425" rIns="91425" bIns="91425" anchor="ctr" anchorCtr="0">
            <a:noAutofit/>
          </a:bodyPr>
          <a:lstStyle/>
          <a:p>
            <a:pPr algn="l"/>
            <a:r>
              <a:rPr lang="es-ES" dirty="0"/>
              <a:t>   </a:t>
            </a:r>
          </a:p>
          <a:p>
            <a:pPr algn="l"/>
            <a:r>
              <a:rPr lang="es-ES" dirty="0">
                <a:solidFill>
                  <a:schemeClr val="bg1">
                    <a:lumMod val="60000"/>
                    <a:lumOff val="40000"/>
                  </a:schemeClr>
                </a:solidFill>
                <a:latin typeface="Fira Sans Condensed Light" charset="0"/>
              </a:rPr>
              <a:t>Facilitador: </a:t>
            </a:r>
            <a:r>
              <a:rPr lang="es-ES" dirty="0" err="1">
                <a:solidFill>
                  <a:schemeClr val="bg1">
                    <a:lumMod val="60000"/>
                    <a:lumOff val="40000"/>
                  </a:schemeClr>
                </a:solidFill>
                <a:latin typeface="Fira Sans Condensed Light" charset="0"/>
              </a:rPr>
              <a:t>PhD</a:t>
            </a:r>
            <a:r>
              <a:rPr lang="es-ES" dirty="0">
                <a:solidFill>
                  <a:schemeClr val="bg1">
                    <a:lumMod val="60000"/>
                    <a:lumOff val="40000"/>
                  </a:schemeClr>
                </a:solidFill>
                <a:latin typeface="Fira Sans Condensed Light" charset="0"/>
              </a:rPr>
              <a:t> Alfredo García Suárez</a:t>
            </a:r>
          </a:p>
          <a:p>
            <a:pPr algn="l"/>
            <a:br>
              <a:rPr lang="es-ES" dirty="0"/>
            </a:b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anim calcmode="lin" valueType="num">
                                      <p:cBhvr additive="base">
                                        <p:cTn id="1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anim calcmode="lin" valueType="num">
                                      <p:cBhvr additive="base">
                                        <p:cTn id="2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pic>
        <p:nvPicPr>
          <p:cNvPr id="24578" name="Picture 2" descr="Qué es un Modelo de Analítica de Datos? - Northware"/>
          <p:cNvPicPr>
            <a:picLocks noChangeAspect="1" noChangeArrowheads="1"/>
          </p:cNvPicPr>
          <p:nvPr/>
        </p:nvPicPr>
        <p:blipFill>
          <a:blip r:embed="rId4"/>
          <a:srcRect/>
          <a:stretch>
            <a:fillRect/>
          </a:stretch>
        </p:blipFill>
        <p:spPr bwMode="auto">
          <a:xfrm>
            <a:off x="288235" y="1749286"/>
            <a:ext cx="3965646" cy="1928191"/>
          </a:xfrm>
          <a:prstGeom prst="rect">
            <a:avLst/>
          </a:prstGeom>
          <a:noFill/>
        </p:spPr>
      </p:pic>
      <p:sp>
        <p:nvSpPr>
          <p:cNvPr id="8" name="Google Shape;135;p27"/>
          <p:cNvSpPr txBox="1">
            <a:spLocks noGrp="1"/>
          </p:cNvSpPr>
          <p:nvPr>
            <p:ph type="title"/>
          </p:nvPr>
        </p:nvSpPr>
        <p:spPr>
          <a:xfrm>
            <a:off x="4681549" y="1623442"/>
            <a:ext cx="3200181" cy="227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Bienvenida</a:t>
            </a:r>
            <a:endParaRPr dirty="0"/>
          </a:p>
        </p:txBody>
      </p:sp>
      <p:sp>
        <p:nvSpPr>
          <p:cNvPr id="9"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7" name="Google Shape;136;p27"/>
          <p:cNvSpPr txBox="1">
            <a:spLocks noGrp="1"/>
          </p:cNvSpPr>
          <p:nvPr>
            <p:ph type="subTitle" idx="1"/>
          </p:nvPr>
        </p:nvSpPr>
        <p:spPr>
          <a:xfrm>
            <a:off x="4333462" y="1921615"/>
            <a:ext cx="3737113" cy="2274300"/>
          </a:xfrm>
          <a:prstGeom prst="rect">
            <a:avLst/>
          </a:prstGeom>
        </p:spPr>
        <p:txBody>
          <a:bodyPr spcFirstLastPara="1" wrap="square" lIns="91425" tIns="91425" rIns="91425" bIns="91425" anchor="ctr" anchorCtr="0">
            <a:noAutofit/>
          </a:bodyPr>
          <a:lstStyle/>
          <a:p>
            <a:pPr algn="l"/>
            <a:r>
              <a:rPr lang="es-ES" dirty="0"/>
              <a:t>     </a:t>
            </a:r>
          </a:p>
          <a:p>
            <a:pPr algn="l"/>
            <a:r>
              <a:rPr lang="es-ES" dirty="0"/>
              <a:t>     </a:t>
            </a:r>
            <a:r>
              <a:rPr lang="es-ES" b="1" dirty="0"/>
              <a:t>“Los datos se están convirtiendo en la nueva materia prima de los negocios.”   </a:t>
            </a:r>
          </a:p>
          <a:p>
            <a:pPr algn="l"/>
            <a:r>
              <a:rPr lang="es-ES" dirty="0"/>
              <a:t>       </a:t>
            </a:r>
          </a:p>
          <a:p>
            <a:pPr algn="l"/>
            <a:r>
              <a:rPr lang="es-ES" dirty="0"/>
              <a:t>                                               –Craig </a:t>
            </a:r>
            <a:r>
              <a:rPr lang="es-ES" dirty="0" err="1"/>
              <a:t>Mundie</a:t>
            </a:r>
            <a:endParaRPr lang="es-ES" dirty="0"/>
          </a:p>
          <a:p>
            <a:pPr algn="l"/>
            <a:br>
              <a:rPr lang="es-ES" dirty="0"/>
            </a:br>
            <a:endParaRPr dirty="0"/>
          </a:p>
        </p:txBody>
      </p:sp>
      <p:pic>
        <p:nvPicPr>
          <p:cNvPr id="26626" name="Picture 2" descr="Reconocer los diferentes tipos de datos, indispensable en la era del Big  Data"/>
          <p:cNvPicPr>
            <a:picLocks noChangeAspect="1" noChangeArrowheads="1"/>
          </p:cNvPicPr>
          <p:nvPr/>
        </p:nvPicPr>
        <p:blipFill>
          <a:blip r:embed="rId4"/>
          <a:srcRect/>
          <a:stretch>
            <a:fillRect/>
          </a:stretch>
        </p:blipFill>
        <p:spPr bwMode="auto">
          <a:xfrm>
            <a:off x="433872" y="1396958"/>
            <a:ext cx="3805398" cy="2757599"/>
          </a:xfrm>
          <a:prstGeom prst="rect">
            <a:avLst/>
          </a:prstGeom>
          <a:noFill/>
        </p:spPr>
      </p:pic>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91"/>
        <p:cNvGrpSpPr/>
        <p:nvPr/>
      </p:nvGrpSpPr>
      <p:grpSpPr>
        <a:xfrm>
          <a:off x="0" y="0"/>
          <a:ext cx="0" cy="0"/>
          <a:chOff x="0" y="0"/>
          <a:chExt cx="0" cy="0"/>
        </a:xfrm>
      </p:grpSpPr>
      <p:sp>
        <p:nvSpPr>
          <p:cNvPr id="11" name="Google Shape;1603;p42"/>
          <p:cNvSpPr txBox="1"/>
          <p:nvPr/>
        </p:nvSpPr>
        <p:spPr>
          <a:xfrm>
            <a:off x="2005338" y="1970033"/>
            <a:ext cx="5967741" cy="1182341"/>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Podrás gestionar las plataformas tecnológicas de analítica de negocios que apoyen a la organización en el proceso de transformación digital, utilizando</a:t>
            </a:r>
            <a:r>
              <a:rPr lang="en-US" sz="1600" dirty="0">
                <a:solidFill>
                  <a:schemeClr val="accent4"/>
                </a:solidFill>
                <a:latin typeface="Fira Sans Condensed Light" panose="020B0604020202020204" charset="0"/>
                <a:cs typeface="Times New Roman" panose="02020603050405020304" pitchFamily="18" charset="0"/>
              </a:rPr>
              <a:t> </a:t>
            </a:r>
            <a:r>
              <a:rPr lang="es-ES" sz="1600" dirty="0">
                <a:solidFill>
                  <a:schemeClr val="accent4"/>
                </a:solidFill>
                <a:latin typeface="Fira Sans Condensed Light" panose="020B0604020202020204" charset="0"/>
                <a:cs typeface="Times New Roman" panose="02020603050405020304" pitchFamily="18" charset="0"/>
              </a:rPr>
              <a:t>la programación de algoritmos de extracción, limpieza, e imputación de datos, así como modelos de bases de datos y las interfaces de conexiones entre diferentes fuentes.</a:t>
            </a:r>
          </a:p>
          <a:p>
            <a:pPr algn="just"/>
            <a:endParaRPr lang="en-US" dirty="0">
              <a:solidFill>
                <a:schemeClr val="accent4"/>
              </a:solidFill>
              <a:latin typeface="Fira Sans Condensed Light" panose="020B0604020202020204" charset="0"/>
              <a:cs typeface="Times New Roman" panose="02020603050405020304" pitchFamily="18" charset="0"/>
            </a:endParaRPr>
          </a:p>
          <a:p>
            <a:pPr lvl="0">
              <a:spcAft>
                <a:spcPts val="1600"/>
              </a:spcAft>
            </a:pPr>
            <a:endParaRPr lang="es-ES" dirty="0">
              <a:solidFill>
                <a:srgbClr val="F3F3F3"/>
              </a:solidFill>
              <a:latin typeface="Fira Sans Condensed Light"/>
              <a:ea typeface="Fira Sans Condensed Light"/>
              <a:cs typeface="Fira Sans Condensed Light"/>
              <a:sym typeface="Fira Sans Condensed Light"/>
            </a:endParaRPr>
          </a:p>
        </p:txBody>
      </p:sp>
      <p:sp>
        <p:nvSpPr>
          <p:cNvPr id="34" name="Google Shape;1711;p42"/>
          <p:cNvSpPr txBox="1"/>
          <p:nvPr/>
        </p:nvSpPr>
        <p:spPr>
          <a:xfrm>
            <a:off x="2076925" y="1684270"/>
            <a:ext cx="6304946" cy="349200"/>
          </a:xfrm>
          <a:prstGeom prst="rect">
            <a:avLst/>
          </a:prstGeom>
          <a:noFill/>
          <a:ln>
            <a:noFill/>
          </a:ln>
        </p:spPr>
        <p:txBody>
          <a:bodyPr spcFirstLastPara="1" wrap="square" lIns="91425" tIns="54850" rIns="91425" bIns="0" anchor="t" anchorCtr="0">
            <a:noAutofit/>
          </a:bodyPr>
          <a:lstStyle/>
          <a:p>
            <a:pPr lvl="0">
              <a:spcAft>
                <a:spcPts val="1600"/>
              </a:spcAft>
            </a:pPr>
            <a:r>
              <a:rPr lang="es-ES" sz="2200" b="1" dirty="0">
                <a:solidFill>
                  <a:srgbClr val="F3F3F3"/>
                </a:solidFill>
                <a:latin typeface="Rajdhani"/>
                <a:ea typeface="Rajdhani"/>
                <a:cs typeface="Rajdhani"/>
                <a:sym typeface="Rajdhani"/>
              </a:rPr>
              <a:t>Objetivo principal del Curso</a:t>
            </a:r>
            <a:endParaRPr sz="2200" b="1" dirty="0">
              <a:solidFill>
                <a:srgbClr val="F3F3F3"/>
              </a:solidFill>
              <a:latin typeface="Rajdhani"/>
              <a:ea typeface="Rajdhani"/>
              <a:cs typeface="Rajdhani"/>
              <a:sym typeface="Rajdhani"/>
            </a:endParaRPr>
          </a:p>
        </p:txBody>
      </p:sp>
      <p:pic>
        <p:nvPicPr>
          <p:cNvPr id="37"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pic>
        <p:nvPicPr>
          <p:cNvPr id="28674" name="Picture 2" descr="Idea y objetivo concepto | Vector Premium"/>
          <p:cNvPicPr>
            <a:picLocks noChangeAspect="1" noChangeArrowheads="1"/>
          </p:cNvPicPr>
          <p:nvPr/>
        </p:nvPicPr>
        <p:blipFill>
          <a:blip r:embed="rId4"/>
          <a:srcRect b="4570"/>
          <a:stretch>
            <a:fillRect/>
          </a:stretch>
        </p:blipFill>
        <p:spPr bwMode="auto">
          <a:xfrm>
            <a:off x="884583" y="1794008"/>
            <a:ext cx="958465" cy="914664"/>
          </a:xfrm>
          <a:prstGeom prst="rect">
            <a:avLst/>
          </a:prstGeom>
          <a:noFill/>
        </p:spPr>
      </p:pic>
      <p:sp>
        <p:nvSpPr>
          <p:cNvPr id="7"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73512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91"/>
        <p:cNvGrpSpPr/>
        <p:nvPr/>
      </p:nvGrpSpPr>
      <p:grpSpPr>
        <a:xfrm>
          <a:off x="0" y="0"/>
          <a:ext cx="0" cy="0"/>
          <a:chOff x="0" y="0"/>
          <a:chExt cx="0" cy="0"/>
        </a:xfrm>
      </p:grpSpPr>
      <p:sp>
        <p:nvSpPr>
          <p:cNvPr id="11" name="Google Shape;1603;p42"/>
          <p:cNvSpPr txBox="1"/>
          <p:nvPr/>
        </p:nvSpPr>
        <p:spPr>
          <a:xfrm>
            <a:off x="2005338" y="1761314"/>
            <a:ext cx="5967741" cy="882497"/>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Conocerás las distintas plataformas </a:t>
            </a:r>
            <a:r>
              <a:rPr lang="es-ES" sz="1600" b="1" dirty="0">
                <a:solidFill>
                  <a:schemeClr val="accent4"/>
                </a:solidFill>
                <a:latin typeface="Fira Sans Condensed Light" panose="020B0604020202020204" charset="0"/>
                <a:cs typeface="Times New Roman" panose="02020603050405020304" pitchFamily="18" charset="0"/>
              </a:rPr>
              <a:t>en la nube y de almacenamiento local </a:t>
            </a:r>
            <a:r>
              <a:rPr lang="es-ES" sz="1600" dirty="0">
                <a:solidFill>
                  <a:schemeClr val="accent4"/>
                </a:solidFill>
                <a:latin typeface="Fira Sans Condensed Light" panose="020B0604020202020204" charset="0"/>
                <a:cs typeface="Times New Roman" panose="02020603050405020304" pitchFamily="18" charset="0"/>
              </a:rPr>
              <a:t>que permiten desplegar en tus proyectos en </a:t>
            </a:r>
            <a:r>
              <a:rPr lang="es-ES" sz="1600" dirty="0" err="1">
                <a:solidFill>
                  <a:schemeClr val="accent4"/>
                </a:solidFill>
                <a:latin typeface="Fira Sans Condensed Light" panose="020B0604020202020204" charset="0"/>
                <a:cs typeface="Times New Roman" panose="02020603050405020304" pitchFamily="18" charset="0"/>
              </a:rPr>
              <a:t>Python</a:t>
            </a:r>
            <a:r>
              <a:rPr lang="es-ES" sz="1600" dirty="0">
                <a:solidFill>
                  <a:schemeClr val="accent4"/>
                </a:solidFill>
                <a:latin typeface="Fira Sans Condensed Light" panose="020B0604020202020204" charset="0"/>
                <a:cs typeface="Times New Roman" panose="02020603050405020304" pitchFamily="18" charset="0"/>
              </a:rPr>
              <a:t> y en otros lenguajes de programación.</a:t>
            </a:r>
            <a:endParaRPr lang="en-US" dirty="0">
              <a:solidFill>
                <a:schemeClr val="accent4"/>
              </a:solidFill>
              <a:latin typeface="Fira Sans Condensed Light" panose="020B0604020202020204" charset="0"/>
              <a:cs typeface="Times New Roman" panose="02020603050405020304" pitchFamily="18" charset="0"/>
            </a:endParaRPr>
          </a:p>
          <a:p>
            <a:pPr lvl="0">
              <a:spcAft>
                <a:spcPts val="1600"/>
              </a:spcAft>
            </a:pPr>
            <a:endParaRPr lang="es-ES" dirty="0">
              <a:solidFill>
                <a:srgbClr val="F3F3F3"/>
              </a:solidFill>
              <a:latin typeface="Fira Sans Condensed Light"/>
              <a:ea typeface="Fira Sans Condensed Light"/>
              <a:cs typeface="Fira Sans Condensed Light"/>
              <a:sym typeface="Fira Sans Condensed Light"/>
            </a:endParaRPr>
          </a:p>
        </p:txBody>
      </p:sp>
      <p:sp>
        <p:nvSpPr>
          <p:cNvPr id="34" name="Google Shape;1711;p42"/>
          <p:cNvSpPr txBox="1"/>
          <p:nvPr/>
        </p:nvSpPr>
        <p:spPr>
          <a:xfrm>
            <a:off x="2076925" y="1415917"/>
            <a:ext cx="6304946" cy="349200"/>
          </a:xfrm>
          <a:prstGeom prst="rect">
            <a:avLst/>
          </a:prstGeom>
          <a:noFill/>
          <a:ln>
            <a:noFill/>
          </a:ln>
        </p:spPr>
        <p:txBody>
          <a:bodyPr spcFirstLastPara="1" wrap="square" lIns="91425" tIns="54850" rIns="91425" bIns="0" anchor="t" anchorCtr="0">
            <a:noAutofit/>
          </a:bodyPr>
          <a:lstStyle/>
          <a:p>
            <a:pPr lvl="0">
              <a:spcAft>
                <a:spcPts val="1600"/>
              </a:spcAft>
            </a:pPr>
            <a:r>
              <a:rPr lang="es-ES" sz="2200" b="1" dirty="0">
                <a:solidFill>
                  <a:srgbClr val="F3F3F3"/>
                </a:solidFill>
                <a:latin typeface="Rajdhani"/>
                <a:ea typeface="Rajdhani"/>
                <a:cs typeface="Rajdhani"/>
                <a:sym typeface="Rajdhani"/>
              </a:rPr>
              <a:t>Objetivos particulares del curso</a:t>
            </a:r>
            <a:endParaRPr sz="2200" b="1" dirty="0">
              <a:solidFill>
                <a:srgbClr val="F3F3F3"/>
              </a:solidFill>
              <a:latin typeface="Rajdhani"/>
              <a:ea typeface="Rajdhani"/>
              <a:cs typeface="Rajdhani"/>
              <a:sym typeface="Rajdhani"/>
            </a:endParaRPr>
          </a:p>
        </p:txBody>
      </p:sp>
      <p:pic>
        <p:nvPicPr>
          <p:cNvPr id="28674" name="Picture 2" descr="Idea y objetivo concepto | Vector Premium"/>
          <p:cNvPicPr>
            <a:picLocks noChangeAspect="1" noChangeArrowheads="1"/>
          </p:cNvPicPr>
          <p:nvPr/>
        </p:nvPicPr>
        <p:blipFill>
          <a:blip r:embed="rId3"/>
          <a:srcRect b="4570"/>
          <a:stretch>
            <a:fillRect/>
          </a:stretch>
        </p:blipFill>
        <p:spPr bwMode="auto">
          <a:xfrm>
            <a:off x="1302027" y="1962976"/>
            <a:ext cx="557213" cy="531749"/>
          </a:xfrm>
          <a:prstGeom prst="rect">
            <a:avLst/>
          </a:prstGeom>
          <a:noFill/>
        </p:spPr>
      </p:pic>
      <p:sp>
        <p:nvSpPr>
          <p:cNvPr id="6" name="Google Shape;1603;p42"/>
          <p:cNvSpPr txBox="1"/>
          <p:nvPr/>
        </p:nvSpPr>
        <p:spPr>
          <a:xfrm>
            <a:off x="2038469" y="2788357"/>
            <a:ext cx="5967741" cy="882497"/>
          </a:xfrm>
          <a:prstGeom prst="rect">
            <a:avLst/>
          </a:prstGeom>
          <a:noFill/>
          <a:ln>
            <a:noFill/>
          </a:ln>
        </p:spPr>
        <p:txBody>
          <a:bodyPr spcFirstLastPara="1" wrap="square" lIns="91425" tIns="182875" rIns="91425" bIns="0" anchor="t" anchorCtr="0">
            <a:noAutofit/>
          </a:bodyPr>
          <a:lstStyle/>
          <a:p>
            <a:pPr algn="just"/>
            <a:r>
              <a:rPr lang="es-ES" sz="1600" dirty="0">
                <a:solidFill>
                  <a:schemeClr val="accent4"/>
                </a:solidFill>
                <a:latin typeface="Fira Sans Condensed Light" panose="020B0604020202020204" charset="0"/>
                <a:cs typeface="Times New Roman" panose="02020603050405020304" pitchFamily="18" charset="0"/>
              </a:rPr>
              <a:t>Aprenderás a </a:t>
            </a:r>
            <a:r>
              <a:rPr lang="es-ES" sz="1600" b="1" dirty="0">
                <a:solidFill>
                  <a:schemeClr val="accent4"/>
                </a:solidFill>
                <a:latin typeface="Fira Sans Condensed Light" panose="020B0604020202020204" charset="0"/>
                <a:cs typeface="Times New Roman" panose="02020603050405020304" pitchFamily="18" charset="0"/>
              </a:rPr>
              <a:t>extraer datos </a:t>
            </a:r>
            <a:r>
              <a:rPr lang="es-ES" sz="1600" dirty="0">
                <a:solidFill>
                  <a:schemeClr val="accent4"/>
                </a:solidFill>
                <a:latin typeface="Fira Sans Condensed Light" panose="020B0604020202020204" charset="0"/>
                <a:cs typeface="Times New Roman" panose="02020603050405020304" pitchFamily="18" charset="0"/>
              </a:rPr>
              <a:t>para manipularlos en distintas plataformas en la nube y de almacenamiento local.</a:t>
            </a:r>
            <a:endParaRPr lang="en-US" dirty="0">
              <a:solidFill>
                <a:schemeClr val="accent4"/>
              </a:solidFill>
              <a:latin typeface="Fira Sans Condensed Light" panose="020B0604020202020204" charset="0"/>
              <a:cs typeface="Times New Roman" panose="02020603050405020304" pitchFamily="18" charset="0"/>
            </a:endParaRPr>
          </a:p>
          <a:p>
            <a:pPr lvl="0">
              <a:spcAft>
                <a:spcPts val="1600"/>
              </a:spcAft>
            </a:pPr>
            <a:endParaRPr lang="es-ES" dirty="0">
              <a:solidFill>
                <a:srgbClr val="F3F3F3"/>
              </a:solidFill>
              <a:latin typeface="Fira Sans Condensed Light"/>
              <a:ea typeface="Fira Sans Condensed Light"/>
              <a:cs typeface="Fira Sans Condensed Light"/>
              <a:sym typeface="Fira Sans Condensed Light"/>
            </a:endParaRPr>
          </a:p>
        </p:txBody>
      </p:sp>
      <p:pic>
        <p:nvPicPr>
          <p:cNvPr id="7" name="Picture 2" descr="Idea y objetivo concepto | Vector Premium"/>
          <p:cNvPicPr>
            <a:picLocks noChangeAspect="1" noChangeArrowheads="1"/>
          </p:cNvPicPr>
          <p:nvPr/>
        </p:nvPicPr>
        <p:blipFill>
          <a:blip r:embed="rId3"/>
          <a:srcRect b="4570"/>
          <a:stretch>
            <a:fillRect/>
          </a:stretch>
        </p:blipFill>
        <p:spPr bwMode="auto">
          <a:xfrm>
            <a:off x="1325218" y="2940323"/>
            <a:ext cx="557213" cy="531749"/>
          </a:xfrm>
          <a:prstGeom prst="rect">
            <a:avLst/>
          </a:prstGeom>
          <a:noFill/>
        </p:spPr>
      </p:pic>
      <p:sp>
        <p:nvSpPr>
          <p:cNvPr id="8" name="Google Shape;1603;p42"/>
          <p:cNvSpPr txBox="1"/>
          <p:nvPr/>
        </p:nvSpPr>
        <p:spPr>
          <a:xfrm>
            <a:off x="2021904" y="3765704"/>
            <a:ext cx="5967741" cy="88249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accent4"/>
                </a:solidFill>
                <a:latin typeface="Fira Sans Condensed Light" panose="020B0604020202020204" charset="0"/>
                <a:cs typeface="Times New Roman" panose="02020603050405020304" pitchFamily="18" charset="0"/>
              </a:rPr>
              <a:t>Depurarás set de datos </a:t>
            </a:r>
            <a:r>
              <a:rPr lang="es-ES" sz="1600" dirty="0">
                <a:solidFill>
                  <a:schemeClr val="accent4"/>
                </a:solidFill>
                <a:latin typeface="Fira Sans Condensed Light" panose="020B0604020202020204" charset="0"/>
                <a:cs typeface="Times New Roman" panose="02020603050405020304" pitchFamily="18" charset="0"/>
              </a:rPr>
              <a:t>mediante la identificación de inconsistencias de la información, utilizando algoritmos de programación</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9" name="Picture 2" descr="Idea y objetivo concepto | Vector Premium"/>
          <p:cNvPicPr>
            <a:picLocks noChangeAspect="1" noChangeArrowheads="1"/>
          </p:cNvPicPr>
          <p:nvPr/>
        </p:nvPicPr>
        <p:blipFill>
          <a:blip r:embed="rId3"/>
          <a:srcRect b="4570"/>
          <a:stretch>
            <a:fillRect/>
          </a:stretch>
        </p:blipFill>
        <p:spPr bwMode="auto">
          <a:xfrm>
            <a:off x="1308653" y="3917670"/>
            <a:ext cx="557213" cy="531749"/>
          </a:xfrm>
          <a:prstGeom prst="rect">
            <a:avLst/>
          </a:prstGeom>
          <a:noFill/>
        </p:spPr>
      </p:pic>
      <p:pic>
        <p:nvPicPr>
          <p:cNvPr id="1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sp>
        <p:nvSpPr>
          <p:cNvPr id="12"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br>
              <a:rPr kumimoji="0" lang="es-ES"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73512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2143995" y="511261"/>
            <a:ext cx="161013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AGENDA</a:t>
            </a:r>
            <a:endParaRPr dirty="0"/>
          </a:p>
        </p:txBody>
      </p:sp>
      <p:graphicFrame>
        <p:nvGraphicFramePr>
          <p:cNvPr id="647" name="Google Shape;647;p33"/>
          <p:cNvGraphicFramePr/>
          <p:nvPr>
            <p:extLst>
              <p:ext uri="{D42A27DB-BD31-4B8C-83A1-F6EECF244321}">
                <p14:modId xmlns:p14="http://schemas.microsoft.com/office/powerpoint/2010/main" val="2992265889"/>
              </p:ext>
            </p:extLst>
          </p:nvPr>
        </p:nvGraphicFramePr>
        <p:xfrm>
          <a:off x="438511" y="1404112"/>
          <a:ext cx="8266978" cy="3383220"/>
        </p:xfrm>
        <a:graphic>
          <a:graphicData uri="http://schemas.openxmlformats.org/drawingml/2006/table">
            <a:tbl>
              <a:tblPr>
                <a:noFill/>
                <a:tableStyleId>{95E397FE-706D-4E7D-AA01-638484C1D090}</a:tableStyleId>
              </a:tblPr>
              <a:tblGrid>
                <a:gridCol w="1674068">
                  <a:extLst>
                    <a:ext uri="{9D8B030D-6E8A-4147-A177-3AD203B41FA5}">
                      <a16:colId xmlns:a16="http://schemas.microsoft.com/office/drawing/2014/main" val="20000"/>
                    </a:ext>
                  </a:extLst>
                </a:gridCol>
                <a:gridCol w="2007476">
                  <a:extLst>
                    <a:ext uri="{9D8B030D-6E8A-4147-A177-3AD203B41FA5}">
                      <a16:colId xmlns:a16="http://schemas.microsoft.com/office/drawing/2014/main" val="20001"/>
                    </a:ext>
                  </a:extLst>
                </a:gridCol>
                <a:gridCol w="1534511">
                  <a:extLst>
                    <a:ext uri="{9D8B030D-6E8A-4147-A177-3AD203B41FA5}">
                      <a16:colId xmlns:a16="http://schemas.microsoft.com/office/drawing/2014/main" val="20002"/>
                    </a:ext>
                  </a:extLst>
                </a:gridCol>
                <a:gridCol w="1504858">
                  <a:extLst>
                    <a:ext uri="{9D8B030D-6E8A-4147-A177-3AD203B41FA5}">
                      <a16:colId xmlns:a16="http://schemas.microsoft.com/office/drawing/2014/main" val="20003"/>
                    </a:ext>
                  </a:extLst>
                </a:gridCol>
                <a:gridCol w="1546065">
                  <a:extLst>
                    <a:ext uri="{9D8B030D-6E8A-4147-A177-3AD203B41FA5}">
                      <a16:colId xmlns:a16="http://schemas.microsoft.com/office/drawing/2014/main" val="20004"/>
                    </a:ext>
                  </a:extLst>
                </a:gridCol>
              </a:tblGrid>
              <a:tr h="590962">
                <a:tc>
                  <a:txBody>
                    <a:bodyPr/>
                    <a:lstStyle/>
                    <a:p>
                      <a:pPr marL="0" lvl="0" indent="0" algn="ctr" rtl="0">
                        <a:spcBef>
                          <a:spcPts val="0"/>
                        </a:spcBef>
                        <a:spcAft>
                          <a:spcPts val="0"/>
                        </a:spcAft>
                        <a:buNone/>
                      </a:pPr>
                      <a:r>
                        <a:rPr lang="en" sz="3000" b="1" dirty="0">
                          <a:solidFill>
                            <a:srgbClr val="F3F3F3"/>
                          </a:solidFill>
                          <a:latin typeface="Rajdhani"/>
                          <a:ea typeface="Rajdhani"/>
                          <a:cs typeface="Rajdhani"/>
                          <a:sym typeface="Rajdhani"/>
                        </a:rPr>
                        <a:t>M1</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 sz="3000" b="1" dirty="0">
                          <a:solidFill>
                            <a:srgbClr val="F3F3F3"/>
                          </a:solidFill>
                          <a:latin typeface="Rajdhani"/>
                          <a:ea typeface="Rajdhani"/>
                          <a:cs typeface="Rajdhani"/>
                          <a:sym typeface="Rajdhani"/>
                        </a:rPr>
                        <a:t>M2</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 sz="3000" b="1" dirty="0">
                          <a:solidFill>
                            <a:srgbClr val="F3F3F3"/>
                          </a:solidFill>
                          <a:latin typeface="Rajdhani"/>
                          <a:ea typeface="Rajdhani"/>
                          <a:cs typeface="Rajdhani"/>
                          <a:sym typeface="Rajdhani"/>
                        </a:rPr>
                        <a:t>M3</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 sz="3000" b="1" dirty="0">
                          <a:solidFill>
                            <a:srgbClr val="F3F3F3"/>
                          </a:solidFill>
                          <a:latin typeface="Rajdhani"/>
                          <a:ea typeface="Rajdhani"/>
                          <a:cs typeface="Rajdhani"/>
                          <a:sym typeface="Rajdhani"/>
                        </a:rPr>
                        <a:t>M4</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lgn="ctr">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US" sz="3000" b="1" dirty="0">
                          <a:solidFill>
                            <a:srgbClr val="F3F3F3"/>
                          </a:solidFill>
                          <a:latin typeface="Rajdhani"/>
                          <a:ea typeface="Rajdhani"/>
                          <a:cs typeface="Rajdhani"/>
                          <a:sym typeface="Rajdhani"/>
                        </a:rPr>
                        <a:t>RETO</a:t>
                      </a:r>
                      <a:endParaRPr sz="3000" b="1" dirty="0">
                        <a:solidFill>
                          <a:srgbClr val="F3F3F3"/>
                        </a:solidFill>
                        <a:latin typeface="Rajdhani"/>
                        <a:ea typeface="Rajdhani"/>
                        <a:cs typeface="Rajdhani"/>
                        <a:sym typeface="Rajdhani"/>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lgn="ctr">
                      <a:solidFill>
                        <a:srgbClr val="F3F3F3"/>
                      </a:solidFill>
                      <a:prstDash val="solid"/>
                      <a:round/>
                      <a:headEnd type="none" w="sm" len="sm"/>
                      <a:tailEnd type="none" w="sm" len="sm"/>
                    </a:lnB>
                    <a:solidFill>
                      <a:srgbClr val="F3F3F3">
                        <a:alpha val="26570"/>
                      </a:srgbClr>
                    </a:solidFill>
                  </a:tcPr>
                </a:tc>
                <a:extLst>
                  <a:ext uri="{0D108BD9-81ED-4DB2-BD59-A6C34878D82A}">
                    <a16:rowId xmlns:a16="http://schemas.microsoft.com/office/drawing/2014/main" val="10000"/>
                  </a:ext>
                </a:extLst>
              </a:tr>
              <a:tr h="2701642">
                <a:tc>
                  <a:txBody>
                    <a:bodyPr/>
                    <a:lstStyle/>
                    <a:p>
                      <a:pPr marL="0" lvl="0" indent="0" algn="ctr" rtl="0">
                        <a:spcBef>
                          <a:spcPts val="0"/>
                        </a:spcBef>
                        <a:spcAft>
                          <a:spcPts val="0"/>
                        </a:spcAft>
                        <a:buNone/>
                      </a:pPr>
                      <a:r>
                        <a:rPr lang="en-US" sz="1200" b="1" dirty="0" err="1">
                          <a:solidFill>
                            <a:srgbClr val="F3F3F3"/>
                          </a:solidFill>
                          <a:latin typeface="Fira Sans Condensed Light"/>
                          <a:ea typeface="Fira Sans Condensed Light"/>
                          <a:cs typeface="Fira Sans Condensed Light"/>
                          <a:sym typeface="Fira Sans Condensed Light"/>
                        </a:rPr>
                        <a:t>Extracción</a:t>
                      </a:r>
                      <a:r>
                        <a:rPr lang="en-US" sz="1200" b="1" baseline="0" dirty="0">
                          <a:solidFill>
                            <a:srgbClr val="F3F3F3"/>
                          </a:solidFill>
                          <a:latin typeface="Fira Sans Condensed Light"/>
                          <a:ea typeface="Fira Sans Condensed Light"/>
                          <a:cs typeface="Fira Sans Condensed Light"/>
                          <a:sym typeface="Fira Sans Condensed Light"/>
                        </a:rPr>
                        <a:t> de datos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200" baseline="0"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baseline="0" dirty="0" err="1">
                          <a:solidFill>
                            <a:srgbClr val="F3F3F3"/>
                          </a:solidFill>
                          <a:latin typeface="Fira Sans Condensed Light"/>
                          <a:ea typeface="Fira Sans Condensed Light"/>
                          <a:cs typeface="Fira Sans Condensed Light"/>
                          <a:sym typeface="Fira Sans Condensed Light"/>
                        </a:rPr>
                        <a:t>Presencial</a:t>
                      </a:r>
                      <a:r>
                        <a:rPr lang="en-US" sz="1200" b="1" baseline="0" dirty="0">
                          <a:solidFill>
                            <a:srgbClr val="F3F3F3"/>
                          </a:solidFill>
                          <a:latin typeface="Fira Sans Condensed Light"/>
                          <a:ea typeface="Fira Sans Condensed Light"/>
                          <a:cs typeface="Fira Sans Condensed Light"/>
                          <a:sym typeface="Fira Sans Condensed Light"/>
                        </a:rPr>
                        <a:t>:</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Martes 15:10 a 17:00, </a:t>
                      </a:r>
                      <a:endParaRPr lang="en-US" sz="1200" b="1"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err="1">
                          <a:solidFill>
                            <a:srgbClr val="F3F3F3"/>
                          </a:solidFill>
                          <a:latin typeface="Fira Sans Condensed Light"/>
                          <a:ea typeface="Fira Sans Condensed Light"/>
                          <a:cs typeface="Fira Sans Condensed Light"/>
                          <a:sym typeface="Fira Sans Condensed Light"/>
                        </a:rPr>
                        <a:t>Miércoles</a:t>
                      </a:r>
                      <a:r>
                        <a:rPr lang="en-US" sz="1200" baseline="0" dirty="0">
                          <a:solidFill>
                            <a:srgbClr val="F3F3F3"/>
                          </a:solidFill>
                          <a:latin typeface="Fira Sans Condensed Light"/>
                          <a:ea typeface="Fira Sans Condensed Light"/>
                          <a:cs typeface="Fira Sans Condensed Light"/>
                          <a:sym typeface="Fira Sans Condensed Light"/>
                        </a:rPr>
                        <a:t> 15:10 a 17:00, Jueves 17:10 a 19:00</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200" baseline="0"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baseline="0" dirty="0">
                          <a:solidFill>
                            <a:srgbClr val="F3F3F3"/>
                          </a:solidFill>
                          <a:latin typeface="Fira Sans Condensed Light"/>
                          <a:ea typeface="Fira Sans Condensed Light"/>
                          <a:cs typeface="Fira Sans Condensed Light"/>
                          <a:sym typeface="Fira Sans Condensed Light"/>
                        </a:rPr>
                        <a:t>Virtual:</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 Viernes 17:10 a 19:00 (</a:t>
                      </a:r>
                      <a:r>
                        <a:rPr lang="en-US" sz="1200" baseline="0" dirty="0" err="1">
                          <a:solidFill>
                            <a:srgbClr val="F3F3F3"/>
                          </a:solidFill>
                          <a:latin typeface="Fira Sans Condensed Light"/>
                          <a:ea typeface="Fira Sans Condensed Light"/>
                          <a:cs typeface="Fira Sans Condensed Light"/>
                          <a:sym typeface="Fira Sans Condensed Light"/>
                        </a:rPr>
                        <a:t>sesion</a:t>
                      </a:r>
                      <a:r>
                        <a:rPr lang="en-US" sz="1200" baseline="0" dirty="0">
                          <a:solidFill>
                            <a:srgbClr val="F3F3F3"/>
                          </a:solidFill>
                          <a:latin typeface="Fira Sans Condensed Light"/>
                          <a:ea typeface="Fira Sans Condensed Light"/>
                          <a:cs typeface="Fira Sans Condensed Light"/>
                          <a:sym typeface="Fira Sans Condensed Light"/>
                        </a:rPr>
                        <a:t> de </a:t>
                      </a:r>
                      <a:r>
                        <a:rPr lang="en-US" sz="1200" baseline="0" dirty="0" err="1">
                          <a:solidFill>
                            <a:srgbClr val="F3F3F3"/>
                          </a:solidFill>
                          <a:latin typeface="Fira Sans Condensed Light"/>
                          <a:ea typeface="Fira Sans Condensed Light"/>
                          <a:cs typeface="Fira Sans Condensed Light"/>
                          <a:sym typeface="Fira Sans Condensed Light"/>
                        </a:rPr>
                        <a:t>dudas</a:t>
                      </a:r>
                      <a:r>
                        <a:rPr lang="en-US" sz="1200" baseline="0" dirty="0">
                          <a:solidFill>
                            <a:srgbClr val="F3F3F3"/>
                          </a:solidFill>
                          <a:latin typeface="Fira Sans Condensed Light"/>
                          <a:ea typeface="Fira Sans Condensed Light"/>
                          <a:cs typeface="Fira Sans Condensed Light"/>
                          <a:sym typeface="Fira Sans Condensed Light"/>
                        </a:rPr>
                        <a:t>)</a:t>
                      </a: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Alfredo García </a:t>
                      </a: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US" sz="1200" b="1" dirty="0" err="1">
                          <a:solidFill>
                            <a:srgbClr val="F3F3F3"/>
                          </a:solidFill>
                          <a:latin typeface="Fira Sans Condensed Light"/>
                          <a:ea typeface="Fira Sans Condensed Light"/>
                          <a:cs typeface="Fira Sans Condensed Light"/>
                          <a:sym typeface="Fira Sans Condensed Light"/>
                        </a:rPr>
                        <a:t>Limpieza</a:t>
                      </a:r>
                      <a:r>
                        <a:rPr lang="en-US" sz="1200" b="1" baseline="0" dirty="0">
                          <a:solidFill>
                            <a:srgbClr val="F3F3F3"/>
                          </a:solidFill>
                          <a:latin typeface="Fira Sans Condensed Light"/>
                          <a:ea typeface="Fira Sans Condensed Light"/>
                          <a:cs typeface="Fira Sans Condensed Light"/>
                          <a:sym typeface="Fira Sans Condensed Light"/>
                        </a:rPr>
                        <a:t> y </a:t>
                      </a:r>
                      <a:r>
                        <a:rPr lang="en-US" sz="1200" b="1" baseline="0" dirty="0" err="1">
                          <a:solidFill>
                            <a:srgbClr val="F3F3F3"/>
                          </a:solidFill>
                          <a:latin typeface="Fira Sans Condensed Light"/>
                          <a:ea typeface="Fira Sans Condensed Light"/>
                          <a:cs typeface="Fira Sans Condensed Light"/>
                          <a:sym typeface="Fira Sans Condensed Light"/>
                        </a:rPr>
                        <a:t>manejo</a:t>
                      </a:r>
                      <a:r>
                        <a:rPr lang="en-US" sz="1200" b="1" baseline="0" dirty="0">
                          <a:solidFill>
                            <a:srgbClr val="F3F3F3"/>
                          </a:solidFill>
                          <a:latin typeface="Fira Sans Condensed Light"/>
                          <a:ea typeface="Fira Sans Condensed Light"/>
                          <a:cs typeface="Fira Sans Condensed Light"/>
                          <a:sym typeface="Fira Sans Condensed Light"/>
                        </a:rPr>
                        <a:t> de </a:t>
                      </a:r>
                      <a:r>
                        <a:rPr lang="en-US" sz="1200" b="1" baseline="0" dirty="0" err="1">
                          <a:solidFill>
                            <a:srgbClr val="F3F3F3"/>
                          </a:solidFill>
                          <a:latin typeface="Fira Sans Condensed Light"/>
                          <a:ea typeface="Fira Sans Condensed Light"/>
                          <a:cs typeface="Fira Sans Condensed Light"/>
                          <a:sym typeface="Fira Sans Condensed Light"/>
                        </a:rPr>
                        <a:t>datos</a:t>
                      </a:r>
                      <a:endParaRPr lang="en-US" sz="1200" b="1" baseline="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baseline="0" dirty="0" err="1">
                          <a:solidFill>
                            <a:srgbClr val="F3F3F3"/>
                          </a:solidFill>
                          <a:latin typeface="Fira Sans Condensed Light"/>
                          <a:ea typeface="Fira Sans Condensed Light"/>
                          <a:cs typeface="Fira Sans Condensed Light"/>
                          <a:sym typeface="Fira Sans Condensed Light"/>
                        </a:rPr>
                        <a:t>Presencial</a:t>
                      </a:r>
                      <a:r>
                        <a:rPr lang="en-US" sz="1200" b="1" baseline="0" dirty="0">
                          <a:solidFill>
                            <a:srgbClr val="F3F3F3"/>
                          </a:solidFill>
                          <a:latin typeface="Fira Sans Condensed Light"/>
                          <a:ea typeface="Fira Sans Condensed Light"/>
                          <a:cs typeface="Fira Sans Condensed Light"/>
                          <a:sym typeface="Fira Sans Condensed Light"/>
                        </a:rPr>
                        <a:t>:</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Martes 15:10 a 17:00, </a:t>
                      </a:r>
                      <a:endParaRPr lang="en-US" sz="1200" b="1"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err="1">
                          <a:solidFill>
                            <a:srgbClr val="F3F3F3"/>
                          </a:solidFill>
                          <a:latin typeface="Fira Sans Condensed Light"/>
                          <a:ea typeface="Fira Sans Condensed Light"/>
                          <a:cs typeface="Fira Sans Condensed Light"/>
                          <a:sym typeface="Fira Sans Condensed Light"/>
                        </a:rPr>
                        <a:t>Miércoles</a:t>
                      </a:r>
                      <a:r>
                        <a:rPr lang="en-US" sz="1200" baseline="0" dirty="0">
                          <a:solidFill>
                            <a:srgbClr val="F3F3F3"/>
                          </a:solidFill>
                          <a:latin typeface="Fira Sans Condensed Light"/>
                          <a:ea typeface="Fira Sans Condensed Light"/>
                          <a:cs typeface="Fira Sans Condensed Light"/>
                          <a:sym typeface="Fira Sans Condensed Light"/>
                        </a:rPr>
                        <a:t> 15:10 a 17:00,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Jueves 17:10 a 19:00</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200" baseline="0"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baseline="0" dirty="0">
                          <a:solidFill>
                            <a:srgbClr val="F3F3F3"/>
                          </a:solidFill>
                          <a:latin typeface="Fira Sans Condensed Light"/>
                          <a:ea typeface="Fira Sans Condensed Light"/>
                          <a:cs typeface="Fira Sans Condensed Light"/>
                          <a:sym typeface="Fira Sans Condensed Light"/>
                        </a:rPr>
                        <a:t>Virtual:</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 Viernes 17:10 a 19:00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aseline="0" dirty="0">
                          <a:solidFill>
                            <a:srgbClr val="F3F3F3"/>
                          </a:solidFill>
                          <a:latin typeface="Fira Sans Condensed Light"/>
                          <a:ea typeface="Fira Sans Condensed Light"/>
                          <a:cs typeface="Fira Sans Condensed Light"/>
                          <a:sym typeface="Fira Sans Condensed Light"/>
                        </a:rPr>
                        <a:t>(</a:t>
                      </a:r>
                      <a:r>
                        <a:rPr lang="en-US" sz="1200" baseline="0" dirty="0" err="1">
                          <a:solidFill>
                            <a:srgbClr val="F3F3F3"/>
                          </a:solidFill>
                          <a:latin typeface="Fira Sans Condensed Light"/>
                          <a:ea typeface="Fira Sans Condensed Light"/>
                          <a:cs typeface="Fira Sans Condensed Light"/>
                          <a:sym typeface="Fira Sans Condensed Light"/>
                        </a:rPr>
                        <a:t>sesion</a:t>
                      </a:r>
                      <a:r>
                        <a:rPr lang="en-US" sz="1200" baseline="0" dirty="0">
                          <a:solidFill>
                            <a:srgbClr val="F3F3F3"/>
                          </a:solidFill>
                          <a:latin typeface="Fira Sans Condensed Light"/>
                          <a:ea typeface="Fira Sans Condensed Light"/>
                          <a:cs typeface="Fira Sans Condensed Light"/>
                          <a:sym typeface="Fira Sans Condensed Light"/>
                        </a:rPr>
                        <a:t> de </a:t>
                      </a:r>
                      <a:r>
                        <a:rPr lang="en-US" sz="1200" baseline="0" dirty="0" err="1">
                          <a:solidFill>
                            <a:srgbClr val="F3F3F3"/>
                          </a:solidFill>
                          <a:latin typeface="Fira Sans Condensed Light"/>
                          <a:ea typeface="Fira Sans Condensed Light"/>
                          <a:cs typeface="Fira Sans Condensed Light"/>
                          <a:sym typeface="Fira Sans Condensed Light"/>
                        </a:rPr>
                        <a:t>dudas</a:t>
                      </a:r>
                      <a:r>
                        <a:rPr lang="en-US" sz="1200" baseline="0" dirty="0">
                          <a:solidFill>
                            <a:srgbClr val="F3F3F3"/>
                          </a:solidFill>
                          <a:latin typeface="Fira Sans Condensed Light"/>
                          <a:ea typeface="Fira Sans Condensed Light"/>
                          <a:cs typeface="Fira Sans Condensed Light"/>
                          <a:sym typeface="Fira Sans Condensed Light"/>
                        </a:rPr>
                        <a:t>)</a:t>
                      </a: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a:t>
                      </a: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Alfredo</a:t>
                      </a: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 García </a:t>
                      </a: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US" sz="1200" b="1" dirty="0" err="1">
                          <a:solidFill>
                            <a:srgbClr val="F3F3F3"/>
                          </a:solidFill>
                          <a:latin typeface="Fira Sans Condensed Light"/>
                          <a:ea typeface="Fira Sans Condensed Light"/>
                          <a:cs typeface="Fira Sans Condensed Light"/>
                          <a:sym typeface="Fira Sans Condensed Light"/>
                        </a:rPr>
                        <a:t>Modelos</a:t>
                      </a:r>
                      <a:r>
                        <a:rPr lang="en-US" sz="1200" b="1" dirty="0">
                          <a:solidFill>
                            <a:srgbClr val="F3F3F3"/>
                          </a:solidFill>
                          <a:latin typeface="Fira Sans Condensed Light"/>
                          <a:ea typeface="Fira Sans Condensed Light"/>
                          <a:cs typeface="Fira Sans Condensed Light"/>
                          <a:sym typeface="Fira Sans Condensed Light"/>
                        </a:rPr>
                        <a:t> de bases de </a:t>
                      </a:r>
                      <a:r>
                        <a:rPr lang="en-US" sz="1200" b="1" dirty="0" err="1">
                          <a:solidFill>
                            <a:srgbClr val="F3F3F3"/>
                          </a:solidFill>
                          <a:latin typeface="Fira Sans Condensed Light"/>
                          <a:ea typeface="Fira Sans Condensed Light"/>
                          <a:cs typeface="Fira Sans Condensed Light"/>
                          <a:sym typeface="Fira Sans Condensed Light"/>
                        </a:rPr>
                        <a:t>datos</a:t>
                      </a: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María Luisa Gómez</a:t>
                      </a: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lvl="0" indent="0" algn="ctr" rtl="0">
                        <a:spcBef>
                          <a:spcPts val="0"/>
                        </a:spcBef>
                        <a:spcAft>
                          <a:spcPts val="0"/>
                        </a:spcAft>
                        <a:buNone/>
                      </a:pPr>
                      <a:r>
                        <a:rPr lang="en-US" sz="1200" b="1" dirty="0" err="1">
                          <a:solidFill>
                            <a:srgbClr val="F3F3F3"/>
                          </a:solidFill>
                          <a:latin typeface="Fira Sans Condensed Light"/>
                          <a:ea typeface="Fira Sans Condensed Light"/>
                          <a:cs typeface="Fira Sans Condensed Light"/>
                          <a:sym typeface="Fira Sans Condensed Light"/>
                        </a:rPr>
                        <a:t>Transformación</a:t>
                      </a:r>
                      <a:r>
                        <a:rPr lang="en-US" sz="1200" b="1" dirty="0">
                          <a:solidFill>
                            <a:srgbClr val="F3F3F3"/>
                          </a:solidFill>
                          <a:latin typeface="Fira Sans Condensed Light"/>
                          <a:ea typeface="Fira Sans Condensed Light"/>
                          <a:cs typeface="Fira Sans Condensed Light"/>
                          <a:sym typeface="Fira Sans Condensed Light"/>
                        </a:rPr>
                        <a:t> digital</a:t>
                      </a: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n-US" sz="1200" b="1"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p>
                      <a:pPr marL="0" lvl="0" indent="0" algn="ctr" rtl="0">
                        <a:spcBef>
                          <a:spcPts val="0"/>
                        </a:spcBef>
                        <a:spcAft>
                          <a:spcPts val="0"/>
                        </a:spcAft>
                        <a:buNone/>
                      </a:pPr>
                      <a:r>
                        <a:rPr lang="es-ES" sz="1200" dirty="0">
                          <a:solidFill>
                            <a:srgbClr val="F3F3F3"/>
                          </a:solidFill>
                          <a:latin typeface="Fira Sans Condensed Light"/>
                          <a:ea typeface="Fira Sans Condensed Light"/>
                          <a:cs typeface="Fira Sans Condensed Light"/>
                          <a:sym typeface="Fira Sans Condensed Light"/>
                        </a:rPr>
                        <a:t>Facilitador: María Luisa Gómez</a:t>
                      </a:r>
                    </a:p>
                  </a:txBody>
                  <a:tcPr marL="91425" marR="91425" marT="91425" marB="91425" anchor="ctr">
                    <a:lnL w="19050" cap="flat" cmpd="sng">
                      <a:solidFill>
                        <a:srgbClr val="F3F3F3"/>
                      </a:solidFill>
                      <a:prstDash val="solid"/>
                      <a:round/>
                      <a:headEnd type="none" w="sm" len="sm"/>
                      <a:tailEnd type="none" w="sm" len="sm"/>
                    </a:lnL>
                    <a:lnR w="19050" cap="flat" cmpd="sng" algn="ctr">
                      <a:solidFill>
                        <a:srgbClr val="F3F3F3"/>
                      </a:solidFill>
                      <a:prstDash val="solid"/>
                      <a:round/>
                      <a:headEnd type="none" w="sm" len="sm"/>
                      <a:tailEnd type="none" w="sm" len="sm"/>
                    </a:lnR>
                    <a:lnT w="19050" cap="flat" cmpd="sng">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 sz="1200" b="1" dirty="0">
                          <a:solidFill>
                            <a:srgbClr val="F3F3F3"/>
                          </a:solidFill>
                          <a:latin typeface="Fira Sans Condensed Light"/>
                          <a:ea typeface="Fira Sans Condensed Light"/>
                          <a:cs typeface="Fira Sans Condensed Light"/>
                          <a:sym typeface="Fira Sans Condensed Light"/>
                        </a:rPr>
                        <a:t>Extracción, transformación y cargado a base de datos.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s-ES" sz="1200" dirty="0">
                        <a:solidFill>
                          <a:srgbClr val="F3F3F3"/>
                        </a:solidFill>
                        <a:latin typeface="Fira Sans Condensed Light"/>
                        <a:ea typeface="Fira Sans Condensed Light"/>
                        <a:cs typeface="Fira Sans Condensed Light"/>
                        <a:sym typeface="Fira Sans Condensed Light"/>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 sz="1200" dirty="0">
                          <a:solidFill>
                            <a:srgbClr val="F3F3F3"/>
                          </a:solidFill>
                          <a:latin typeface="Fira Sans Condensed Light"/>
                          <a:ea typeface="Fira Sans Condensed Light"/>
                          <a:cs typeface="Fira Sans Condensed Light"/>
                          <a:sym typeface="Fira Sans Condensed Light"/>
                        </a:rPr>
                        <a:t>Facilitadores: Socio  Formador,</a:t>
                      </a:r>
                      <a:r>
                        <a:rPr lang="es-ES" sz="1200" baseline="0" dirty="0">
                          <a:solidFill>
                            <a:srgbClr val="F3F3F3"/>
                          </a:solidFill>
                          <a:latin typeface="Fira Sans Condensed Light"/>
                          <a:ea typeface="Fira Sans Condensed Light"/>
                          <a:cs typeface="Fira Sans Condensed Light"/>
                          <a:sym typeface="Fira Sans Condensed Light"/>
                        </a:rPr>
                        <a:t> </a:t>
                      </a:r>
                      <a:r>
                        <a:rPr lang="es-ES" sz="1200" dirty="0">
                          <a:solidFill>
                            <a:srgbClr val="F3F3F3"/>
                          </a:solidFill>
                          <a:latin typeface="Fira Sans Condensed Light"/>
                          <a:ea typeface="Fira Sans Condensed Light"/>
                          <a:cs typeface="Fira Sans Condensed Light"/>
                          <a:sym typeface="Fira Sans Condensed Light"/>
                        </a:rPr>
                        <a:t>María Luisa Gómez </a:t>
                      </a:r>
                      <a:r>
                        <a:rPr lang="es-ES" sz="1200" baseline="0" dirty="0">
                          <a:solidFill>
                            <a:srgbClr val="F3F3F3"/>
                          </a:solidFill>
                          <a:latin typeface="Fira Sans Condensed Light"/>
                          <a:ea typeface="Fira Sans Condensed Light"/>
                          <a:cs typeface="Fira Sans Condensed Light"/>
                          <a:sym typeface="Fira Sans Condensed Light"/>
                        </a:rPr>
                        <a:t>y Alfredo </a:t>
                      </a:r>
                      <a:r>
                        <a:rPr lang="es-ES" sz="1200" dirty="0">
                          <a:solidFill>
                            <a:srgbClr val="F3F3F3"/>
                          </a:solidFill>
                          <a:latin typeface="Fira Sans Condensed Light"/>
                          <a:ea typeface="Fira Sans Condensed Light"/>
                          <a:cs typeface="Fira Sans Condensed Light"/>
                          <a:sym typeface="Fira Sans Condensed Light"/>
                        </a:rPr>
                        <a:t>García </a:t>
                      </a:r>
                    </a:p>
                    <a:p>
                      <a:pPr marL="0" lvl="0" indent="0" algn="ctr" rtl="0">
                        <a:spcBef>
                          <a:spcPts val="0"/>
                        </a:spcBef>
                        <a:spcAft>
                          <a:spcPts val="0"/>
                        </a:spcAft>
                        <a:buNone/>
                      </a:pPr>
                      <a:endParaRPr lang="es-ES" sz="1200" dirty="0">
                        <a:solidFill>
                          <a:srgbClr val="F3F3F3"/>
                        </a:solidFill>
                        <a:latin typeface="Fira Sans Condensed Light"/>
                        <a:ea typeface="Fira Sans Condensed Light"/>
                        <a:cs typeface="Fira Sans Condensed Light"/>
                        <a:sym typeface="Fira Sans Condensed Light"/>
                      </a:endParaRPr>
                    </a:p>
                  </a:txBody>
                  <a:tcPr marL="91425" marR="91425" marT="91425" marB="91425" anchor="ctr">
                    <a:lnL w="19050" cap="flat" cmpd="sng">
                      <a:solidFill>
                        <a:srgbClr val="F3F3F3"/>
                      </a:solidFill>
                      <a:prstDash val="solid"/>
                      <a:round/>
                      <a:headEnd type="none" w="sm" len="sm"/>
                      <a:tailEnd type="none" w="sm" len="sm"/>
                    </a:lnL>
                    <a:lnR w="19050" cap="flat" cmpd="sng">
                      <a:solidFill>
                        <a:srgbClr val="F3F3F3"/>
                      </a:solidFill>
                      <a:prstDash val="solid"/>
                      <a:round/>
                      <a:headEnd type="none" w="sm" len="sm"/>
                      <a:tailEnd type="none" w="sm" len="sm"/>
                    </a:lnR>
                    <a:lnT w="19050" cap="flat" cmpd="sng" algn="ctr">
                      <a:solidFill>
                        <a:srgbClr val="F3F3F3"/>
                      </a:solidFill>
                      <a:prstDash val="solid"/>
                      <a:round/>
                      <a:headEnd type="none" w="sm" len="sm"/>
                      <a:tailEnd type="none" w="sm" len="sm"/>
                    </a:lnT>
                    <a:lnB w="19050" cap="flat" cmpd="sng">
                      <a:solidFill>
                        <a:srgbClr val="F3F3F3"/>
                      </a:solidFill>
                      <a:prstDash val="solid"/>
                      <a:round/>
                      <a:headEnd type="none" w="sm" len="sm"/>
                      <a:tailEnd type="none" w="sm" len="sm"/>
                    </a:lnB>
                    <a:solidFill>
                      <a:srgbClr val="F3F3F3">
                        <a:alpha val="26570"/>
                      </a:srgbClr>
                    </a:solidFill>
                  </a:tcPr>
                </a:tc>
                <a:extLst>
                  <a:ext uri="{0D108BD9-81ED-4DB2-BD59-A6C34878D82A}">
                    <a16:rowId xmlns:a16="http://schemas.microsoft.com/office/drawing/2014/main" val="10001"/>
                  </a:ext>
                </a:extLst>
              </a:tr>
            </a:tbl>
          </a:graphicData>
        </a:graphic>
      </p:graphicFrame>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pic>
        <p:nvPicPr>
          <p:cNvPr id="30722" name="Picture 2" descr="Trucos para organizar mejor la agenda de trabajo | Organizar tareas"/>
          <p:cNvPicPr>
            <a:picLocks noChangeAspect="1" noChangeArrowheads="1"/>
          </p:cNvPicPr>
          <p:nvPr/>
        </p:nvPicPr>
        <p:blipFill>
          <a:blip r:embed="rId4"/>
          <a:srcRect/>
          <a:stretch>
            <a:fillRect/>
          </a:stretch>
        </p:blipFill>
        <p:spPr bwMode="auto">
          <a:xfrm>
            <a:off x="438511" y="365697"/>
            <a:ext cx="1414807" cy="874608"/>
          </a:xfrm>
          <a:prstGeom prst="rect">
            <a:avLst/>
          </a:prstGeom>
          <a:noFill/>
        </p:spPr>
      </p:pic>
      <p:cxnSp>
        <p:nvCxnSpPr>
          <p:cNvPr id="8" name="Google Shape;137;p27"/>
          <p:cNvCxnSpPr/>
          <p:nvPr/>
        </p:nvCxnSpPr>
        <p:spPr>
          <a:xfrm>
            <a:off x="2049722" y="487701"/>
            <a:ext cx="0" cy="63060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142461" y="5012016"/>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45">
          <a:extLst>
            <a:ext uri="{FF2B5EF4-FFF2-40B4-BE49-F238E27FC236}">
              <a16:creationId xmlns:a16="http://schemas.microsoft.com/office/drawing/2014/main" id="{5765A591-0C59-68E7-BB5E-5D87E655A16A}"/>
            </a:ext>
          </a:extLst>
        </p:cNvPr>
        <p:cNvGrpSpPr/>
        <p:nvPr/>
      </p:nvGrpSpPr>
      <p:grpSpPr>
        <a:xfrm>
          <a:off x="0" y="0"/>
          <a:ext cx="0" cy="0"/>
          <a:chOff x="0" y="0"/>
          <a:chExt cx="0" cy="0"/>
        </a:xfrm>
      </p:grpSpPr>
      <p:sp>
        <p:nvSpPr>
          <p:cNvPr id="646" name="Google Shape;646;p33">
            <a:extLst>
              <a:ext uri="{FF2B5EF4-FFF2-40B4-BE49-F238E27FC236}">
                <a16:creationId xmlns:a16="http://schemas.microsoft.com/office/drawing/2014/main" id="{9BB33CEC-6F73-77DE-F0AB-412DF3B4D548}"/>
              </a:ext>
            </a:extLst>
          </p:cNvPr>
          <p:cNvSpPr txBox="1">
            <a:spLocks noGrp="1"/>
          </p:cNvSpPr>
          <p:nvPr>
            <p:ph type="title"/>
          </p:nvPr>
        </p:nvSpPr>
        <p:spPr>
          <a:xfrm>
            <a:off x="3121458" y="1416912"/>
            <a:ext cx="489758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CLASE VIRTUAL  DE LOS DÍAS VIERNES (FEEDBACK)</a:t>
            </a:r>
            <a:endParaRPr dirty="0"/>
          </a:p>
        </p:txBody>
      </p:sp>
      <p:pic>
        <p:nvPicPr>
          <p:cNvPr id="6" name="Picture 4" descr="The Learning Gate | Tec de Monterrey">
            <a:extLst>
              <a:ext uri="{FF2B5EF4-FFF2-40B4-BE49-F238E27FC236}">
                <a16:creationId xmlns:a16="http://schemas.microsoft.com/office/drawing/2014/main" id="{5406E40F-54D0-9529-0917-E877C92C0560}"/>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a:extLst>
              <a:ext uri="{FF2B5EF4-FFF2-40B4-BE49-F238E27FC236}">
                <a16:creationId xmlns:a16="http://schemas.microsoft.com/office/drawing/2014/main" id="{42052FCF-6515-23F1-C2C0-013587FEB796}"/>
              </a:ext>
            </a:extLst>
          </p:cNvPr>
          <p:cNvCxnSpPr/>
          <p:nvPr/>
        </p:nvCxnSpPr>
        <p:spPr>
          <a:xfrm>
            <a:off x="2943102" y="1403738"/>
            <a:ext cx="0" cy="630600"/>
          </a:xfrm>
          <a:prstGeom prst="straightConnector1">
            <a:avLst/>
          </a:prstGeom>
          <a:noFill/>
          <a:ln w="19050" cap="flat" cmpd="sng">
            <a:solidFill>
              <a:srgbClr val="F3F3F3"/>
            </a:solidFill>
            <a:prstDash val="solid"/>
            <a:round/>
            <a:headEnd type="oval" w="med" len="med"/>
            <a:tailEnd type="oval" w="med" len="med"/>
          </a:ln>
        </p:spPr>
      </p:cxnSp>
      <p:pic>
        <p:nvPicPr>
          <p:cNvPr id="36866" name="Picture 2" descr="Carrera de Desarrollo de Software en ISIL - Cuotas desde S/ 540">
            <a:extLst>
              <a:ext uri="{FF2B5EF4-FFF2-40B4-BE49-F238E27FC236}">
                <a16:creationId xmlns:a16="http://schemas.microsoft.com/office/drawing/2014/main" id="{4CB2D040-D306-3095-3696-690B652230B0}"/>
              </a:ext>
            </a:extLst>
          </p:cNvPr>
          <p:cNvPicPr>
            <a:picLocks noChangeAspect="1" noChangeArrowheads="1"/>
          </p:cNvPicPr>
          <p:nvPr/>
        </p:nvPicPr>
        <p:blipFill>
          <a:blip r:embed="rId4"/>
          <a:srcRect/>
          <a:stretch>
            <a:fillRect/>
          </a:stretch>
        </p:blipFill>
        <p:spPr bwMode="auto">
          <a:xfrm>
            <a:off x="291044" y="1051034"/>
            <a:ext cx="2410373" cy="1355835"/>
          </a:xfrm>
          <a:prstGeom prst="rect">
            <a:avLst/>
          </a:prstGeom>
          <a:noFill/>
        </p:spPr>
      </p:pic>
      <p:sp>
        <p:nvSpPr>
          <p:cNvPr id="9" name="Google Shape;1762;p45">
            <a:extLst>
              <a:ext uri="{FF2B5EF4-FFF2-40B4-BE49-F238E27FC236}">
                <a16:creationId xmlns:a16="http://schemas.microsoft.com/office/drawing/2014/main" id="{0793AEAE-5A69-0A9D-C7CE-1DB39A7057BE}"/>
              </a:ext>
            </a:extLst>
          </p:cNvPr>
          <p:cNvSpPr txBox="1">
            <a:spLocks/>
          </p:cNvSpPr>
          <p:nvPr/>
        </p:nvSpPr>
        <p:spPr>
          <a:xfrm>
            <a:off x="1364190" y="2571750"/>
            <a:ext cx="6654857" cy="1692166"/>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buNone/>
            </a:pPr>
            <a:endParaRPr lang="es-ES" sz="1600" b="1" dirty="0">
              <a:solidFill>
                <a:schemeClr val="bg1">
                  <a:lumMod val="60000"/>
                  <a:lumOff val="40000"/>
                </a:schemeClr>
              </a:solidFill>
            </a:endParaRPr>
          </a:p>
          <a:p>
            <a:r>
              <a:rPr lang="es-ES" sz="1600" b="1" dirty="0">
                <a:solidFill>
                  <a:schemeClr val="tx2"/>
                </a:solidFill>
              </a:rPr>
              <a:t>Entrar Zoom Reunión</a:t>
            </a:r>
          </a:p>
          <a:p>
            <a:endParaRPr lang="es-ES" sz="1600" b="1" dirty="0">
              <a:solidFill>
                <a:schemeClr val="tx2"/>
              </a:solidFill>
            </a:endParaRPr>
          </a:p>
          <a:p>
            <a:r>
              <a:rPr lang="es-ES" sz="1600" b="1" dirty="0">
                <a:solidFill>
                  <a:schemeClr val="bg1">
                    <a:lumMod val="60000"/>
                    <a:lumOff val="40000"/>
                  </a:schemeClr>
                </a:solidFill>
              </a:rPr>
              <a:t>https://itesm.zoom.us/my/alfredo.garcia</a:t>
            </a:r>
          </a:p>
          <a:p>
            <a:pPr marL="152400" indent="0">
              <a:buNone/>
            </a:pPr>
            <a:endParaRPr lang="en-US" dirty="0"/>
          </a:p>
        </p:txBody>
      </p:sp>
      <p:sp>
        <p:nvSpPr>
          <p:cNvPr id="7" name="Google Shape;136;p27">
            <a:extLst>
              <a:ext uri="{FF2B5EF4-FFF2-40B4-BE49-F238E27FC236}">
                <a16:creationId xmlns:a16="http://schemas.microsoft.com/office/drawing/2014/main" id="{5D97DFCD-4567-FE61-3233-E419BA30D043}"/>
              </a:ext>
            </a:extLst>
          </p:cNvPr>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76961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45">
          <a:extLst>
            <a:ext uri="{FF2B5EF4-FFF2-40B4-BE49-F238E27FC236}">
              <a16:creationId xmlns:a16="http://schemas.microsoft.com/office/drawing/2014/main" id="{114D7D67-1758-DC0C-35BE-FA96DAB2D667}"/>
            </a:ext>
          </a:extLst>
        </p:cNvPr>
        <p:cNvGrpSpPr/>
        <p:nvPr/>
      </p:nvGrpSpPr>
      <p:grpSpPr>
        <a:xfrm>
          <a:off x="0" y="0"/>
          <a:ext cx="0" cy="0"/>
          <a:chOff x="0" y="0"/>
          <a:chExt cx="0" cy="0"/>
        </a:xfrm>
      </p:grpSpPr>
      <p:sp>
        <p:nvSpPr>
          <p:cNvPr id="646" name="Google Shape;646;p33">
            <a:extLst>
              <a:ext uri="{FF2B5EF4-FFF2-40B4-BE49-F238E27FC236}">
                <a16:creationId xmlns:a16="http://schemas.microsoft.com/office/drawing/2014/main" id="{5E7F04DB-B0EA-7B3C-24C7-AB1AC9C9DF67}"/>
              </a:ext>
            </a:extLst>
          </p:cNvPr>
          <p:cNvSpPr txBox="1">
            <a:spLocks noGrp="1"/>
          </p:cNvSpPr>
          <p:nvPr>
            <p:ph type="title"/>
          </p:nvPr>
        </p:nvSpPr>
        <p:spPr>
          <a:xfrm>
            <a:off x="2143995" y="511261"/>
            <a:ext cx="3594651"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CONTENIDOS DE APRENDIZAJE</a:t>
            </a:r>
            <a:endParaRPr dirty="0"/>
          </a:p>
        </p:txBody>
      </p:sp>
      <p:pic>
        <p:nvPicPr>
          <p:cNvPr id="6" name="Picture 4" descr="The Learning Gate | Tec de Monterrey">
            <a:extLst>
              <a:ext uri="{FF2B5EF4-FFF2-40B4-BE49-F238E27FC236}">
                <a16:creationId xmlns:a16="http://schemas.microsoft.com/office/drawing/2014/main" id="{F475D967-D0D2-49AE-A5A7-6235ECF9C53E}"/>
              </a:ext>
            </a:extLst>
          </p:cNvPr>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pic>
        <p:nvPicPr>
          <p:cNvPr id="30722" name="Picture 2" descr="Trucos para organizar mejor la agenda de trabajo | Organizar tareas">
            <a:extLst>
              <a:ext uri="{FF2B5EF4-FFF2-40B4-BE49-F238E27FC236}">
                <a16:creationId xmlns:a16="http://schemas.microsoft.com/office/drawing/2014/main" id="{C525E370-8E96-BA14-6401-7F7EACF99C2A}"/>
              </a:ext>
            </a:extLst>
          </p:cNvPr>
          <p:cNvPicPr>
            <a:picLocks noChangeAspect="1" noChangeArrowheads="1"/>
          </p:cNvPicPr>
          <p:nvPr/>
        </p:nvPicPr>
        <p:blipFill>
          <a:blip r:embed="rId4"/>
          <a:srcRect/>
          <a:stretch>
            <a:fillRect/>
          </a:stretch>
        </p:blipFill>
        <p:spPr bwMode="auto">
          <a:xfrm>
            <a:off x="438511" y="365697"/>
            <a:ext cx="1414807" cy="874608"/>
          </a:xfrm>
          <a:prstGeom prst="rect">
            <a:avLst/>
          </a:prstGeom>
          <a:noFill/>
        </p:spPr>
      </p:pic>
      <p:cxnSp>
        <p:nvCxnSpPr>
          <p:cNvPr id="8" name="Google Shape;137;p27">
            <a:extLst>
              <a:ext uri="{FF2B5EF4-FFF2-40B4-BE49-F238E27FC236}">
                <a16:creationId xmlns:a16="http://schemas.microsoft.com/office/drawing/2014/main" id="{87D03635-BA78-82E7-2CF5-96B0D99D69C9}"/>
              </a:ext>
            </a:extLst>
          </p:cNvPr>
          <p:cNvCxnSpPr/>
          <p:nvPr/>
        </p:nvCxnSpPr>
        <p:spPr>
          <a:xfrm>
            <a:off x="2049722" y="487701"/>
            <a:ext cx="0" cy="63060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a:extLst>
              <a:ext uri="{FF2B5EF4-FFF2-40B4-BE49-F238E27FC236}">
                <a16:creationId xmlns:a16="http://schemas.microsoft.com/office/drawing/2014/main" id="{776B98F5-D8BD-974C-A573-56808A4BF65D}"/>
              </a:ext>
            </a:extLst>
          </p:cNvPr>
          <p:cNvSpPr txBox="1">
            <a:spLocks/>
          </p:cNvSpPr>
          <p:nvPr/>
        </p:nvSpPr>
        <p:spPr>
          <a:xfrm>
            <a:off x="142461" y="5012016"/>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 name="Imagen 2">
            <a:extLst>
              <a:ext uri="{FF2B5EF4-FFF2-40B4-BE49-F238E27FC236}">
                <a16:creationId xmlns:a16="http://schemas.microsoft.com/office/drawing/2014/main" id="{767DBE4E-CC40-9985-9BED-FA5487314EB1}"/>
              </a:ext>
            </a:extLst>
          </p:cNvPr>
          <p:cNvPicPr>
            <a:picLocks noChangeAspect="1"/>
          </p:cNvPicPr>
          <p:nvPr/>
        </p:nvPicPr>
        <p:blipFill>
          <a:blip r:embed="rId5"/>
          <a:stretch>
            <a:fillRect/>
          </a:stretch>
        </p:blipFill>
        <p:spPr>
          <a:xfrm>
            <a:off x="1498134" y="1526730"/>
            <a:ext cx="5848598" cy="3363282"/>
          </a:xfrm>
          <a:prstGeom prst="rect">
            <a:avLst/>
          </a:prstGeom>
        </p:spPr>
      </p:pic>
    </p:spTree>
    <p:extLst>
      <p:ext uri="{BB962C8B-B14F-4D97-AF65-F5344CB8AC3E}">
        <p14:creationId xmlns:p14="http://schemas.microsoft.com/office/powerpoint/2010/main" val="1258095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3121458" y="1416912"/>
            <a:ext cx="489758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DINÁMICA DE CLASES </a:t>
            </a:r>
            <a:endParaRPr dirty="0"/>
          </a:p>
        </p:txBody>
      </p: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p:nvPr/>
        </p:nvCxnSpPr>
        <p:spPr>
          <a:xfrm>
            <a:off x="2943102" y="1403738"/>
            <a:ext cx="0" cy="630600"/>
          </a:xfrm>
          <a:prstGeom prst="straightConnector1">
            <a:avLst/>
          </a:prstGeom>
          <a:noFill/>
          <a:ln w="19050" cap="flat" cmpd="sng">
            <a:solidFill>
              <a:srgbClr val="F3F3F3"/>
            </a:solidFill>
            <a:prstDash val="solid"/>
            <a:round/>
            <a:headEnd type="oval" w="med" len="med"/>
            <a:tailEnd type="oval" w="med" len="med"/>
          </a:ln>
        </p:spPr>
      </p:cxnSp>
      <p:pic>
        <p:nvPicPr>
          <p:cNvPr id="36866" name="Picture 2" descr="Carrera de Desarrollo de Software en ISIL - Cuotas desde S/ 540"/>
          <p:cNvPicPr>
            <a:picLocks noChangeAspect="1" noChangeArrowheads="1"/>
          </p:cNvPicPr>
          <p:nvPr/>
        </p:nvPicPr>
        <p:blipFill>
          <a:blip r:embed="rId4"/>
          <a:srcRect/>
          <a:stretch>
            <a:fillRect/>
          </a:stretch>
        </p:blipFill>
        <p:spPr bwMode="auto">
          <a:xfrm>
            <a:off x="291044" y="1051034"/>
            <a:ext cx="2410373" cy="1355835"/>
          </a:xfrm>
          <a:prstGeom prst="rect">
            <a:avLst/>
          </a:prstGeom>
          <a:noFill/>
        </p:spPr>
      </p:pic>
      <p:sp>
        <p:nvSpPr>
          <p:cNvPr id="9" name="Google Shape;1762;p45"/>
          <p:cNvSpPr txBox="1">
            <a:spLocks/>
          </p:cNvSpPr>
          <p:nvPr/>
        </p:nvSpPr>
        <p:spPr>
          <a:xfrm>
            <a:off x="1303288" y="2837794"/>
            <a:ext cx="6654857" cy="1692166"/>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endParaRPr lang="es-ES" sz="1400" b="1" dirty="0"/>
          </a:p>
          <a:p>
            <a:pPr>
              <a:buNone/>
            </a:pPr>
            <a:endParaRPr lang="es-ES" sz="1400" b="1" dirty="0"/>
          </a:p>
          <a:p>
            <a:r>
              <a:rPr lang="en-US" sz="1600" b="1" dirty="0" err="1">
                <a:solidFill>
                  <a:schemeClr val="bg1">
                    <a:lumMod val="60000"/>
                    <a:lumOff val="40000"/>
                  </a:schemeClr>
                </a:solidFill>
              </a:rPr>
              <a:t>Introducción</a:t>
            </a:r>
            <a:r>
              <a:rPr lang="en-US" sz="1600" b="1" dirty="0">
                <a:solidFill>
                  <a:schemeClr val="bg1">
                    <a:lumMod val="60000"/>
                    <a:lumOff val="40000"/>
                  </a:schemeClr>
                </a:solidFill>
              </a:rPr>
              <a:t>:</a:t>
            </a:r>
            <a:r>
              <a:rPr lang="en-US" sz="1600" b="1" dirty="0"/>
              <a:t> </a:t>
            </a:r>
            <a:r>
              <a:rPr lang="en-US" sz="1600" dirty="0" err="1"/>
              <a:t>Teória</a:t>
            </a:r>
            <a:r>
              <a:rPr lang="en-US" sz="1600" dirty="0"/>
              <a:t> y </a:t>
            </a:r>
            <a:r>
              <a:rPr lang="en-US" sz="1600" dirty="0" err="1"/>
              <a:t>descripción</a:t>
            </a:r>
            <a:r>
              <a:rPr lang="en-US" sz="1600" dirty="0"/>
              <a:t> de </a:t>
            </a:r>
            <a:r>
              <a:rPr lang="en-US" sz="1600" dirty="0" err="1"/>
              <a:t>conceptos</a:t>
            </a:r>
            <a:r>
              <a:rPr lang="en-US" sz="1600" dirty="0"/>
              <a:t> y </a:t>
            </a:r>
            <a:r>
              <a:rPr lang="en-US" sz="1600" dirty="0" err="1"/>
              <a:t>procedimientos</a:t>
            </a:r>
            <a:r>
              <a:rPr lang="en-US" sz="1600" dirty="0"/>
              <a:t>.</a:t>
            </a:r>
            <a:endParaRPr lang="es-ES" sz="1600" dirty="0"/>
          </a:p>
          <a:p>
            <a:endParaRPr lang="es-ES" sz="1600" b="1" dirty="0"/>
          </a:p>
          <a:p>
            <a:r>
              <a:rPr lang="es-ES" sz="1600" b="1" dirty="0">
                <a:solidFill>
                  <a:schemeClr val="bg1">
                    <a:lumMod val="60000"/>
                    <a:lumOff val="40000"/>
                  </a:schemeClr>
                </a:solidFill>
              </a:rPr>
              <a:t>Desarrollo: </a:t>
            </a:r>
            <a:r>
              <a:rPr lang="es-ES" sz="1600" dirty="0"/>
              <a:t>Aplicación y seguimiento práctico de los conceptos teóricos.</a:t>
            </a:r>
          </a:p>
          <a:p>
            <a:endParaRPr lang="es-ES" sz="1600" b="1" dirty="0"/>
          </a:p>
          <a:p>
            <a:r>
              <a:rPr lang="es-ES" sz="1600" b="1" dirty="0">
                <a:solidFill>
                  <a:schemeClr val="bg1">
                    <a:lumMod val="60000"/>
                    <a:lumOff val="40000"/>
                  </a:schemeClr>
                </a:solidFill>
              </a:rPr>
              <a:t>Finalización:  </a:t>
            </a:r>
            <a:r>
              <a:rPr lang="es-ES" sz="1600" dirty="0"/>
              <a:t>Practica individual o por equipos de retos por sesión. </a:t>
            </a:r>
            <a:endParaRPr lang="en-US" sz="1600" dirty="0"/>
          </a:p>
          <a:p>
            <a:endParaRPr lang="es-ES" sz="1400" dirty="0"/>
          </a:p>
          <a:p>
            <a:pPr marL="1066800" lvl="2" indent="0">
              <a:buNone/>
            </a:pPr>
            <a:endParaRPr lang="en-US" dirty="0"/>
          </a:p>
        </p:txBody>
      </p: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3113392" y="996096"/>
            <a:ext cx="489758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ASISTENCIA EN CLASES </a:t>
            </a:r>
            <a:endParaRPr dirty="0"/>
          </a:p>
        </p:txBody>
      </p: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p:nvPr/>
        </p:nvCxnSpPr>
        <p:spPr>
          <a:xfrm>
            <a:off x="2907933" y="972536"/>
            <a:ext cx="0" cy="630600"/>
          </a:xfrm>
          <a:prstGeom prst="straightConnector1">
            <a:avLst/>
          </a:prstGeom>
          <a:noFill/>
          <a:ln w="19050" cap="flat" cmpd="sng">
            <a:solidFill>
              <a:srgbClr val="F3F3F3"/>
            </a:solidFill>
            <a:prstDash val="solid"/>
            <a:round/>
            <a:headEnd type="oval" w="med" len="med"/>
            <a:tailEnd type="oval" w="med" len="med"/>
          </a:ln>
        </p:spPr>
      </p:cxnSp>
      <p:pic>
        <p:nvPicPr>
          <p:cNvPr id="36866" name="Picture 2" descr="Carrera de Desarrollo de Software en ISIL - Cuotas desde S/ 540"/>
          <p:cNvPicPr>
            <a:picLocks noChangeAspect="1" noChangeArrowheads="1"/>
          </p:cNvPicPr>
          <p:nvPr/>
        </p:nvPicPr>
        <p:blipFill>
          <a:blip r:embed="rId4"/>
          <a:srcRect/>
          <a:stretch>
            <a:fillRect/>
          </a:stretch>
        </p:blipFill>
        <p:spPr bwMode="auto">
          <a:xfrm>
            <a:off x="292102" y="555558"/>
            <a:ext cx="2410373" cy="1355835"/>
          </a:xfrm>
          <a:prstGeom prst="rect">
            <a:avLst/>
          </a:prstGeom>
          <a:noFill/>
        </p:spPr>
      </p:pic>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26" name="Picture 2" descr="Vista previa de imagen">
            <a:extLst>
              <a:ext uri="{FF2B5EF4-FFF2-40B4-BE49-F238E27FC236}">
                <a16:creationId xmlns:a16="http://schemas.microsoft.com/office/drawing/2014/main" id="{607B2420-C556-1CD5-000E-9207B240F66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3195"/>
          <a:stretch/>
        </p:blipFill>
        <p:spPr bwMode="auto">
          <a:xfrm>
            <a:off x="146052" y="2014763"/>
            <a:ext cx="8851895" cy="2797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4127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2196546" y="1185686"/>
            <a:ext cx="4522305"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ACERCA DEL FACILITADOR</a:t>
            </a:r>
            <a:endParaRPr dirty="0"/>
          </a:p>
        </p:txBody>
      </p: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p:nvPr/>
        </p:nvCxnSpPr>
        <p:spPr>
          <a:xfrm>
            <a:off x="2060232" y="1183023"/>
            <a:ext cx="0" cy="630600"/>
          </a:xfrm>
          <a:prstGeom prst="straightConnector1">
            <a:avLst/>
          </a:prstGeom>
          <a:noFill/>
          <a:ln w="19050" cap="flat" cmpd="sng">
            <a:solidFill>
              <a:srgbClr val="F3F3F3"/>
            </a:solidFill>
            <a:prstDash val="solid"/>
            <a:round/>
            <a:headEnd type="oval" w="med" len="med"/>
            <a:tailEnd type="oval" w="med" len="med"/>
          </a:ln>
        </p:spPr>
      </p:cxnSp>
      <p:pic>
        <p:nvPicPr>
          <p:cNvPr id="34818" name="Picture 2" descr="C:\Users\Alfredo Garcia\Desktop\FaceApp_1659560400894.jpg"/>
          <p:cNvPicPr>
            <a:picLocks noChangeAspect="1" noChangeArrowheads="1"/>
          </p:cNvPicPr>
          <p:nvPr/>
        </p:nvPicPr>
        <p:blipFill>
          <a:blip r:embed="rId4"/>
          <a:srcRect/>
          <a:stretch>
            <a:fillRect/>
          </a:stretch>
        </p:blipFill>
        <p:spPr bwMode="auto">
          <a:xfrm>
            <a:off x="882486" y="927279"/>
            <a:ext cx="894962" cy="1060397"/>
          </a:xfrm>
          <a:prstGeom prst="rect">
            <a:avLst/>
          </a:prstGeom>
          <a:noFill/>
        </p:spPr>
      </p:pic>
      <p:sp>
        <p:nvSpPr>
          <p:cNvPr id="10" name="Google Shape;1762;p45"/>
          <p:cNvSpPr txBox="1">
            <a:spLocks/>
          </p:cNvSpPr>
          <p:nvPr/>
        </p:nvSpPr>
        <p:spPr>
          <a:xfrm>
            <a:off x="2060232" y="614322"/>
            <a:ext cx="5186757" cy="4221062"/>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endParaRPr lang="es-ES" sz="1400" b="1" dirty="0"/>
          </a:p>
          <a:p>
            <a:endParaRPr lang="es-ES" sz="1400" b="1" dirty="0"/>
          </a:p>
          <a:p>
            <a:endParaRPr lang="es-ES" sz="1400" b="1" dirty="0"/>
          </a:p>
          <a:p>
            <a:endParaRPr lang="es-ES" sz="1400" b="1" dirty="0"/>
          </a:p>
          <a:p>
            <a:endParaRPr lang="es-ES" sz="1400" b="1" dirty="0"/>
          </a:p>
          <a:p>
            <a:endParaRPr lang="es-ES" sz="1400" b="1" dirty="0"/>
          </a:p>
          <a:p>
            <a:endParaRPr lang="es-ES" sz="1400" b="1" dirty="0"/>
          </a:p>
          <a:p>
            <a:endParaRPr lang="es-ES" sz="1400" b="1" dirty="0"/>
          </a:p>
          <a:p>
            <a:r>
              <a:rPr lang="es-ES" sz="1400" b="1" dirty="0"/>
              <a:t>Doctorado en Ingeniería del Lenguaje  y del Conocimiento</a:t>
            </a:r>
          </a:p>
          <a:p>
            <a:endParaRPr lang="es-ES" sz="1400" b="1" dirty="0"/>
          </a:p>
          <a:p>
            <a:r>
              <a:rPr lang="es-ES" sz="1400" b="1" dirty="0"/>
              <a:t>Inteligencia Artificial</a:t>
            </a:r>
          </a:p>
          <a:p>
            <a:endParaRPr lang="es-ES" sz="1400" b="1" dirty="0"/>
          </a:p>
          <a:p>
            <a:r>
              <a:rPr lang="es-ES" sz="1400" b="1" dirty="0"/>
              <a:t>Desarrollo </a:t>
            </a:r>
            <a:r>
              <a:rPr lang="es-ES" sz="1400" b="1" dirty="0" err="1"/>
              <a:t>IoT</a:t>
            </a:r>
            <a:endParaRPr lang="es-ES" sz="1400" b="1" dirty="0"/>
          </a:p>
          <a:p>
            <a:endParaRPr lang="es-ES" sz="1400" b="1" dirty="0"/>
          </a:p>
          <a:p>
            <a:r>
              <a:rPr lang="es-ES" sz="1400" b="1" dirty="0"/>
              <a:t>Análisis de Datos</a:t>
            </a:r>
          </a:p>
          <a:p>
            <a:endParaRPr lang="en-US" sz="1400" b="1" dirty="0"/>
          </a:p>
          <a:p>
            <a:r>
              <a:rPr lang="es-ES" sz="1400" b="1" dirty="0"/>
              <a:t>Interacción Humano-Computador</a:t>
            </a:r>
          </a:p>
          <a:p>
            <a:endParaRPr lang="es-ES" sz="1400" b="1" dirty="0"/>
          </a:p>
          <a:p>
            <a:r>
              <a:rPr lang="es-ES" sz="1400" b="1" dirty="0"/>
              <a:t>Sistema Nacional de Investigadores</a:t>
            </a:r>
          </a:p>
          <a:p>
            <a:endParaRPr lang="es-ES" sz="1400" b="1" dirty="0"/>
          </a:p>
          <a:p>
            <a:endParaRPr lang="en-US" sz="1400" b="1" dirty="0"/>
          </a:p>
          <a:p>
            <a:endParaRPr lang="es-ES" sz="1400" dirty="0"/>
          </a:p>
          <a:p>
            <a:pPr marL="1066800" lvl="2" indent="0">
              <a:buNone/>
            </a:pPr>
            <a:endParaRPr lang="en-US" dirty="0"/>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Arial"/>
                <a:cs typeface="Arial"/>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INTRODUCCIÓN</a:t>
            </a:r>
            <a:endParaRPr sz="4000" dirty="0"/>
          </a:p>
        </p:txBody>
      </p:sp>
      <p:sp>
        <p:nvSpPr>
          <p:cNvPr id="175" name="Google Shape;175;p30"/>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lvl="0" indent="0">
              <a:buSzPts val="1300"/>
            </a:pPr>
            <a:r>
              <a:rPr lang="es-ES" dirty="0"/>
              <a:t> -Analítica de datos </a:t>
            </a:r>
          </a:p>
          <a:p>
            <a:pPr marL="146050" lvl="0" indent="0">
              <a:buSzPts val="1300"/>
            </a:pPr>
            <a:r>
              <a:rPr lang="es-ES" dirty="0"/>
              <a:t> -Plataformas en la nube</a:t>
            </a:r>
          </a:p>
          <a:p>
            <a:pPr marL="146050" lvl="0" indent="0">
              <a:buSzPts val="1300"/>
            </a:pPr>
            <a:r>
              <a:rPr lang="es-ES" dirty="0"/>
              <a:t> -Plataformas de almacenamiento local</a:t>
            </a:r>
            <a:endParaRPr dirty="0"/>
          </a:p>
        </p:txBody>
      </p:sp>
      <p:sp>
        <p:nvSpPr>
          <p:cNvPr id="176" name="Google Shape;176;p30"/>
          <p:cNvSpPr txBox="1">
            <a:spLocks noGrp="1"/>
          </p:cNvSpPr>
          <p:nvPr>
            <p:ph type="title" idx="2"/>
          </p:nvPr>
        </p:nvSpPr>
        <p:spPr>
          <a:xfrm>
            <a:off x="4849170" y="1001125"/>
            <a:ext cx="2026800"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01</a:t>
            </a:r>
            <a:endParaRPr dirty="0"/>
          </a:p>
        </p:txBody>
      </p:sp>
      <p:cxnSp>
        <p:nvCxnSpPr>
          <p:cNvPr id="177" name="Google Shape;177;p30"/>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1648536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3"/>
          <p:cNvSpPr txBox="1">
            <a:spLocks noGrp="1"/>
          </p:cNvSpPr>
          <p:nvPr>
            <p:ph type="title"/>
          </p:nvPr>
        </p:nvSpPr>
        <p:spPr>
          <a:xfrm>
            <a:off x="1960178" y="452645"/>
            <a:ext cx="4897589" cy="5834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METODOLOGÍA CRISP DM</a:t>
            </a:r>
            <a:endParaRPr dirty="0"/>
          </a:p>
        </p:txBody>
      </p: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p:nvPr/>
        </p:nvCxnSpPr>
        <p:spPr>
          <a:xfrm>
            <a:off x="1972511" y="435546"/>
            <a:ext cx="0" cy="630600"/>
          </a:xfrm>
          <a:prstGeom prst="straightConnector1">
            <a:avLst/>
          </a:prstGeom>
          <a:noFill/>
          <a:ln w="19050" cap="flat" cmpd="sng">
            <a:solidFill>
              <a:srgbClr val="F3F3F3"/>
            </a:solidFill>
            <a:prstDash val="solid"/>
            <a:round/>
            <a:headEnd type="oval" w="med" len="med"/>
            <a:tailEnd type="oval" w="med" len="med"/>
          </a:ln>
        </p:spPr>
      </p:cxnSp>
      <p:pic>
        <p:nvPicPr>
          <p:cNvPr id="36866" name="Picture 2" descr="Carrera de Desarrollo de Software en ISIL - Cuotas desde S/ 540"/>
          <p:cNvPicPr>
            <a:picLocks noChangeAspect="1" noChangeArrowheads="1"/>
          </p:cNvPicPr>
          <p:nvPr/>
        </p:nvPicPr>
        <p:blipFill>
          <a:blip r:embed="rId4"/>
          <a:srcRect/>
          <a:stretch>
            <a:fillRect/>
          </a:stretch>
        </p:blipFill>
        <p:spPr bwMode="auto">
          <a:xfrm>
            <a:off x="174871" y="280386"/>
            <a:ext cx="1608094" cy="904553"/>
          </a:xfrm>
          <a:prstGeom prst="rect">
            <a:avLst/>
          </a:prstGeom>
          <a:noFill/>
        </p:spPr>
      </p:pic>
      <p:sp>
        <p:nvSpPr>
          <p:cNvPr id="7" name="Google Shape;136;p27"/>
          <p:cNvSpPr txBox="1">
            <a:spLocks/>
          </p:cNvSpPr>
          <p:nvPr/>
        </p:nvSpPr>
        <p:spPr>
          <a:xfrm>
            <a:off x="283779" y="4993122"/>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28" name="Picture 4">
            <a:extLst>
              <a:ext uri="{FF2B5EF4-FFF2-40B4-BE49-F238E27FC236}">
                <a16:creationId xmlns:a16="http://schemas.microsoft.com/office/drawing/2014/main" id="{C6907A6B-5948-3048-4E59-27D9DD901F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316639"/>
            <a:ext cx="9144000" cy="3546475"/>
          </a:xfrm>
          <a:prstGeom prst="rect">
            <a:avLst/>
          </a:prstGeom>
          <a:solidFill>
            <a:schemeClr val="bg1">
              <a:lumMod val="40000"/>
              <a:lumOff val="60000"/>
            </a:schemeClr>
          </a:solidFill>
        </p:spPr>
      </p:pic>
    </p:spTree>
    <p:extLst>
      <p:ext uri="{BB962C8B-B14F-4D97-AF65-F5344CB8AC3E}">
        <p14:creationId xmlns:p14="http://schemas.microsoft.com/office/powerpoint/2010/main" val="3137734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39938" name="Picture 2" descr="Analítica de Datos Aplicada a Riesgos Laborales y Seguridad y Salud en el  Trabajo | Universidad de Bogotá Jorge Tadeo Lozano"/>
          <p:cNvPicPr>
            <a:picLocks noChangeAspect="1" noChangeArrowheads="1"/>
          </p:cNvPicPr>
          <p:nvPr/>
        </p:nvPicPr>
        <p:blipFill>
          <a:blip r:embed="rId3"/>
          <a:srcRect/>
          <a:stretch>
            <a:fillRect/>
          </a:stretch>
        </p:blipFill>
        <p:spPr bwMode="auto">
          <a:xfrm>
            <a:off x="-305" y="-40"/>
            <a:ext cx="9144000" cy="5143500"/>
          </a:xfrm>
          <a:prstGeom prst="rect">
            <a:avLst/>
          </a:prstGeom>
          <a:noFill/>
        </p:spPr>
      </p:pic>
      <p:sp>
        <p:nvSpPr>
          <p:cNvPr id="699" name="Google Shape;699;p36"/>
          <p:cNvSpPr txBox="1">
            <a:spLocks noGrp="1"/>
          </p:cNvSpPr>
          <p:nvPr>
            <p:ph type="title"/>
          </p:nvPr>
        </p:nvSpPr>
        <p:spPr>
          <a:xfrm>
            <a:off x="1066941" y="509825"/>
            <a:ext cx="432486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ANALÍTICA DE DATOS</a:t>
            </a:r>
            <a:endParaRPr dirty="0"/>
          </a:p>
        </p:txBody>
      </p:sp>
      <p:sp>
        <p:nvSpPr>
          <p:cNvPr id="700" name="Google Shape;700;p36"/>
          <p:cNvSpPr txBox="1">
            <a:spLocks noGrp="1"/>
          </p:cNvSpPr>
          <p:nvPr>
            <p:ph type="subTitle" idx="4294967295"/>
          </p:nvPr>
        </p:nvSpPr>
        <p:spPr>
          <a:xfrm>
            <a:off x="409516" y="3551274"/>
            <a:ext cx="2252610" cy="1210527"/>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Recuperación de varios tipos de datos de una o varias fuentes. Aplicando diversos tipos de herramientas y filtros.</a:t>
            </a:r>
          </a:p>
        </p:txBody>
      </p:sp>
      <p:sp>
        <p:nvSpPr>
          <p:cNvPr id="701" name="Google Shape;701;p36"/>
          <p:cNvSpPr txBox="1">
            <a:spLocks noGrp="1"/>
          </p:cNvSpPr>
          <p:nvPr>
            <p:ph type="subTitle" idx="4294967295"/>
          </p:nvPr>
        </p:nvSpPr>
        <p:spPr>
          <a:xfrm>
            <a:off x="3626068" y="3779475"/>
            <a:ext cx="1891861" cy="783900"/>
          </a:xfrm>
          <a:prstGeom prst="rect">
            <a:avLst/>
          </a:prstGeom>
        </p:spPr>
        <p:txBody>
          <a:bodyPr spcFirstLastPara="1" wrap="square" lIns="91425" tIns="91425" rIns="91425" bIns="0" anchor="t" anchorCtr="0">
            <a:noAutofit/>
          </a:bodyPr>
          <a:lstStyle/>
          <a:p>
            <a:pPr marL="0" lvl="0" indent="0" algn="ctr">
              <a:lnSpc>
                <a:spcPct val="100000"/>
              </a:lnSpc>
              <a:spcAft>
                <a:spcPts val="1600"/>
              </a:spcAft>
              <a:buNone/>
            </a:pPr>
            <a:r>
              <a:rPr lang="es-ES" sz="1400" dirty="0"/>
              <a:t>Cálculo de estadísticas básicas para describir la ubicación, escala y forma generales de los datos.</a:t>
            </a:r>
          </a:p>
        </p:txBody>
      </p:sp>
      <p:sp>
        <p:nvSpPr>
          <p:cNvPr id="702" name="Google Shape;702;p36"/>
          <p:cNvSpPr txBox="1">
            <a:spLocks noGrp="1"/>
          </p:cNvSpPr>
          <p:nvPr>
            <p:ph type="subTitle" idx="4294967295"/>
          </p:nvPr>
        </p:nvSpPr>
        <p:spPr>
          <a:xfrm>
            <a:off x="1387367" y="1125848"/>
            <a:ext cx="3142288"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Consideración de valores atípicos y valores faltantes, así como suavizado de datos para identificar posibles modelos.</a:t>
            </a:r>
          </a:p>
        </p:txBody>
      </p:sp>
      <p:sp>
        <p:nvSpPr>
          <p:cNvPr id="703" name="Google Shape;703;p36"/>
          <p:cNvSpPr txBox="1">
            <a:spLocks noGrp="1"/>
          </p:cNvSpPr>
          <p:nvPr>
            <p:ph type="subTitle" idx="4294967295"/>
          </p:nvPr>
        </p:nvSpPr>
        <p:spPr>
          <a:xfrm>
            <a:off x="6897400" y="3779475"/>
            <a:ext cx="1532400" cy="783900"/>
          </a:xfrm>
          <a:prstGeom prst="rect">
            <a:avLst/>
          </a:prstGeom>
        </p:spPr>
        <p:txBody>
          <a:bodyPr spcFirstLastPara="1" wrap="square" lIns="91425" tIns="91425" rIns="91425" bIns="0" anchor="t" anchorCtr="0">
            <a:noAutofit/>
          </a:bodyPr>
          <a:lstStyle/>
          <a:p>
            <a:pPr marL="0" lvl="0" indent="0" algn="ctr" rtl="0">
              <a:lnSpc>
                <a:spcPct val="100000"/>
              </a:lnSpc>
              <a:spcBef>
                <a:spcPts val="0"/>
              </a:spcBef>
              <a:spcAft>
                <a:spcPts val="1600"/>
              </a:spcAft>
              <a:buNone/>
            </a:pPr>
            <a:r>
              <a:rPr lang="en" sz="1400" dirty="0">
                <a:solidFill>
                  <a:srgbClr val="F3F3F3"/>
                </a:solidFill>
              </a:rPr>
              <a:t>Busqueda de correlación de los datos.</a:t>
            </a:r>
            <a:endParaRPr sz="1400" dirty="0">
              <a:solidFill>
                <a:srgbClr val="F3F3F3"/>
              </a:solidFill>
            </a:endParaRPr>
          </a:p>
        </p:txBody>
      </p:sp>
      <p:sp>
        <p:nvSpPr>
          <p:cNvPr id="704" name="Google Shape;704;p36"/>
          <p:cNvSpPr txBox="1">
            <a:spLocks noGrp="1"/>
          </p:cNvSpPr>
          <p:nvPr>
            <p:ph type="subTitle" idx="4294967295"/>
          </p:nvPr>
        </p:nvSpPr>
        <p:spPr>
          <a:xfrm>
            <a:off x="4858350" y="1421791"/>
            <a:ext cx="2574321" cy="987000"/>
          </a:xfrm>
          <a:prstGeom prst="rect">
            <a:avLst/>
          </a:prstGeom>
        </p:spPr>
        <p:txBody>
          <a:bodyPr spcFirstLastPara="1" wrap="square" lIns="91425" tIns="91425" rIns="91425" bIns="0" anchor="b" anchorCtr="0">
            <a:noAutofit/>
          </a:bodyPr>
          <a:lstStyle/>
          <a:p>
            <a:pPr marL="0" lvl="0" indent="0" algn="ctr">
              <a:lnSpc>
                <a:spcPct val="100000"/>
              </a:lnSpc>
              <a:spcAft>
                <a:spcPts val="1600"/>
              </a:spcAft>
              <a:buNone/>
            </a:pPr>
            <a:r>
              <a:rPr lang="es-ES" sz="1400" dirty="0"/>
              <a:t>Representación gráfica de datos para identificar patrones y tendencias.</a:t>
            </a:r>
          </a:p>
        </p:txBody>
      </p:sp>
      <p:sp>
        <p:nvSpPr>
          <p:cNvPr id="705" name="Google Shape;705;p36"/>
          <p:cNvSpPr txBox="1">
            <a:spLocks noGrp="1"/>
          </p:cNvSpPr>
          <p:nvPr>
            <p:ph type="subTitle" idx="4294967295"/>
          </p:nvPr>
        </p:nvSpPr>
        <p:spPr>
          <a:xfrm>
            <a:off x="1954923" y="2013705"/>
            <a:ext cx="2096586"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PRE-PROCESAMIENTO</a:t>
            </a:r>
          </a:p>
        </p:txBody>
      </p:sp>
      <p:sp>
        <p:nvSpPr>
          <p:cNvPr id="706" name="Google Shape;706;p36"/>
          <p:cNvSpPr txBox="1">
            <a:spLocks noGrp="1"/>
          </p:cNvSpPr>
          <p:nvPr>
            <p:ph type="subTitle" idx="4294967295"/>
          </p:nvPr>
        </p:nvSpPr>
        <p:spPr>
          <a:xfrm>
            <a:off x="5288600" y="2125814"/>
            <a:ext cx="1658400"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VISUALIZACIÓN</a:t>
            </a:r>
          </a:p>
        </p:txBody>
      </p:sp>
      <p:sp>
        <p:nvSpPr>
          <p:cNvPr id="707" name="Google Shape;707;p36"/>
          <p:cNvSpPr txBox="1">
            <a:spLocks noGrp="1"/>
          </p:cNvSpPr>
          <p:nvPr>
            <p:ph type="subTitle" idx="4294967295"/>
          </p:nvPr>
        </p:nvSpPr>
        <p:spPr>
          <a:xfrm>
            <a:off x="325821" y="3283565"/>
            <a:ext cx="2378346"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EXTRACCIÓN DE DATOS</a:t>
            </a:r>
            <a:endParaRPr sz="1800" b="1" dirty="0">
              <a:solidFill>
                <a:srgbClr val="F3F3F3"/>
              </a:solidFill>
              <a:latin typeface="Rajdhani"/>
              <a:ea typeface="Rajdhani"/>
              <a:cs typeface="Rajdhani"/>
              <a:sym typeface="Rajdhani"/>
            </a:endParaRPr>
          </a:p>
        </p:txBody>
      </p:sp>
      <p:sp>
        <p:nvSpPr>
          <p:cNvPr id="708" name="Google Shape;708;p36"/>
          <p:cNvSpPr txBox="1">
            <a:spLocks noGrp="1"/>
          </p:cNvSpPr>
          <p:nvPr>
            <p:ph type="subTitle" idx="4294967295"/>
          </p:nvPr>
        </p:nvSpPr>
        <p:spPr>
          <a:xfrm>
            <a:off x="6834400" y="3401014"/>
            <a:ext cx="1658400" cy="371400"/>
          </a:xfrm>
          <a:prstGeom prst="rect">
            <a:avLst/>
          </a:prstGeom>
        </p:spPr>
        <p:txBody>
          <a:bodyPr spcFirstLastPara="1" wrap="square" lIns="91425" tIns="255600" rIns="91425" bIns="0" anchor="ctr" anchorCtr="0">
            <a:noAutofit/>
          </a:bodyPr>
          <a:lstStyle/>
          <a:p>
            <a:pPr marL="0" lvl="0" indent="0" algn="ctr" rtl="0">
              <a:lnSpc>
                <a:spcPct val="100000"/>
              </a:lnSpc>
              <a:spcBef>
                <a:spcPts val="0"/>
              </a:spcBef>
              <a:spcAft>
                <a:spcPts val="1600"/>
              </a:spcAft>
              <a:buNone/>
            </a:pPr>
            <a:r>
              <a:rPr lang="en" sz="1800" b="1" dirty="0">
                <a:latin typeface="Rajdhani"/>
                <a:ea typeface="Rajdhani"/>
                <a:cs typeface="Rajdhani"/>
                <a:sym typeface="Rajdhani"/>
              </a:rPr>
              <a:t>CORRELACIÓN</a:t>
            </a:r>
            <a:endParaRPr sz="1800" b="1" dirty="0">
              <a:solidFill>
                <a:srgbClr val="F3F3F3"/>
              </a:solidFill>
              <a:latin typeface="Rajdhani"/>
              <a:ea typeface="Rajdhani"/>
              <a:cs typeface="Rajdhani"/>
              <a:sym typeface="Rajdhani"/>
            </a:endParaRPr>
          </a:p>
        </p:txBody>
      </p:sp>
      <p:sp>
        <p:nvSpPr>
          <p:cNvPr id="709" name="Google Shape;709;p36"/>
          <p:cNvSpPr txBox="1">
            <a:spLocks noGrp="1"/>
          </p:cNvSpPr>
          <p:nvPr>
            <p:ph type="subTitle" idx="4294967295"/>
          </p:nvPr>
        </p:nvSpPr>
        <p:spPr>
          <a:xfrm>
            <a:off x="3394842" y="3348462"/>
            <a:ext cx="2280745" cy="371400"/>
          </a:xfrm>
          <a:prstGeom prst="rect">
            <a:avLst/>
          </a:prstGeom>
        </p:spPr>
        <p:txBody>
          <a:bodyPr spcFirstLastPara="1" wrap="square" lIns="91425" tIns="255600" rIns="91425" bIns="0" anchor="ctr" anchorCtr="0">
            <a:noAutofit/>
          </a:bodyPr>
          <a:lstStyle/>
          <a:p>
            <a:pPr marL="0" lvl="0" indent="0" algn="ctr">
              <a:lnSpc>
                <a:spcPct val="100000"/>
              </a:lnSpc>
              <a:spcAft>
                <a:spcPts val="1600"/>
              </a:spcAft>
              <a:buNone/>
            </a:pPr>
            <a:r>
              <a:rPr lang="es-ES" sz="1800" b="1" dirty="0">
                <a:latin typeface="Rajdhani"/>
                <a:ea typeface="Rajdhani"/>
                <a:cs typeface="Rajdhani"/>
                <a:sym typeface="Rajdhani"/>
              </a:rPr>
              <a:t>Resumen o Extracción de Características</a:t>
            </a:r>
          </a:p>
        </p:txBody>
      </p:sp>
      <p:sp>
        <p:nvSpPr>
          <p:cNvPr id="710" name="Google Shape;710;p36"/>
          <p:cNvSpPr/>
          <p:nvPr/>
        </p:nvSpPr>
        <p:spPr>
          <a:xfrm>
            <a:off x="11942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1" name="Google Shape;711;p36"/>
          <p:cNvSpPr/>
          <p:nvPr/>
        </p:nvSpPr>
        <p:spPr>
          <a:xfrm>
            <a:off x="27399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2" name="Google Shape;712;p36"/>
          <p:cNvSpPr/>
          <p:nvPr/>
        </p:nvSpPr>
        <p:spPr>
          <a:xfrm>
            <a:off x="42856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3" name="Google Shape;713;p36"/>
          <p:cNvSpPr/>
          <p:nvPr/>
        </p:nvSpPr>
        <p:spPr>
          <a:xfrm>
            <a:off x="58313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4" name="Google Shape;714;p36"/>
          <p:cNvSpPr/>
          <p:nvPr/>
        </p:nvSpPr>
        <p:spPr>
          <a:xfrm>
            <a:off x="7377050" y="2676375"/>
            <a:ext cx="572700" cy="572700"/>
          </a:xfrm>
          <a:prstGeom prst="ellipse">
            <a:avLst/>
          </a:prstGeom>
          <a:noFill/>
          <a:ln w="19050" cap="flat" cmpd="sng">
            <a:solidFill>
              <a:srgbClr val="F3F3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715" name="Google Shape;715;p36"/>
          <p:cNvCxnSpPr>
            <a:stCxn id="710" idx="6"/>
            <a:endCxn id="711" idx="2"/>
          </p:cNvCxnSpPr>
          <p:nvPr/>
        </p:nvCxnSpPr>
        <p:spPr>
          <a:xfrm>
            <a:off x="17669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6" name="Google Shape;716;p36"/>
          <p:cNvCxnSpPr>
            <a:stCxn id="711" idx="6"/>
            <a:endCxn id="712" idx="2"/>
          </p:cNvCxnSpPr>
          <p:nvPr/>
        </p:nvCxnSpPr>
        <p:spPr>
          <a:xfrm>
            <a:off x="33126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7" name="Google Shape;717;p36"/>
          <p:cNvCxnSpPr>
            <a:stCxn id="712" idx="6"/>
            <a:endCxn id="713" idx="2"/>
          </p:cNvCxnSpPr>
          <p:nvPr/>
        </p:nvCxnSpPr>
        <p:spPr>
          <a:xfrm>
            <a:off x="4858350" y="2962725"/>
            <a:ext cx="972900" cy="0"/>
          </a:xfrm>
          <a:prstGeom prst="straightConnector1">
            <a:avLst/>
          </a:prstGeom>
          <a:noFill/>
          <a:ln w="19050" cap="flat" cmpd="sng">
            <a:solidFill>
              <a:srgbClr val="F3F3F3"/>
            </a:solidFill>
            <a:prstDash val="solid"/>
            <a:round/>
            <a:headEnd type="none" w="med" len="med"/>
            <a:tailEnd type="none" w="med" len="med"/>
          </a:ln>
        </p:spPr>
      </p:cxnSp>
      <p:cxnSp>
        <p:nvCxnSpPr>
          <p:cNvPr id="718" name="Google Shape;718;p36"/>
          <p:cNvCxnSpPr>
            <a:stCxn id="713" idx="6"/>
            <a:endCxn id="714" idx="2"/>
          </p:cNvCxnSpPr>
          <p:nvPr/>
        </p:nvCxnSpPr>
        <p:spPr>
          <a:xfrm>
            <a:off x="6404050" y="2962725"/>
            <a:ext cx="972900" cy="0"/>
          </a:xfrm>
          <a:prstGeom prst="straightConnector1">
            <a:avLst/>
          </a:prstGeom>
          <a:noFill/>
          <a:ln w="19050" cap="flat" cmpd="sng">
            <a:solidFill>
              <a:srgbClr val="F3F3F3"/>
            </a:solidFill>
            <a:prstDash val="solid"/>
            <a:round/>
            <a:headEnd type="none" w="med" len="med"/>
            <a:tailEnd type="none" w="med" len="med"/>
          </a:ln>
        </p:spPr>
      </p:cxnSp>
      <p:grpSp>
        <p:nvGrpSpPr>
          <p:cNvPr id="2" name="Google Shape;719;p36"/>
          <p:cNvGrpSpPr/>
          <p:nvPr/>
        </p:nvGrpSpPr>
        <p:grpSpPr>
          <a:xfrm>
            <a:off x="1332734" y="2826965"/>
            <a:ext cx="288452" cy="275353"/>
            <a:chOff x="4126815" y="2760704"/>
            <a:chExt cx="380393" cy="363118"/>
          </a:xfrm>
        </p:grpSpPr>
        <p:sp>
          <p:nvSpPr>
            <p:cNvPr id="720" name="Google Shape;720;p36"/>
            <p:cNvSpPr/>
            <p:nvPr/>
          </p:nvSpPr>
          <p:spPr>
            <a:xfrm>
              <a:off x="4219825" y="2822435"/>
              <a:ext cx="103267" cy="29056"/>
            </a:xfrm>
            <a:custGeom>
              <a:avLst/>
              <a:gdLst/>
              <a:ahLst/>
              <a:cxnLst/>
              <a:rect l="l" t="t" r="r" b="b"/>
              <a:pathLst>
                <a:path w="3252" h="915" extrusionOk="0">
                  <a:moveTo>
                    <a:pt x="1620" y="0"/>
                  </a:moveTo>
                  <a:cubicBezTo>
                    <a:pt x="1025" y="0"/>
                    <a:pt x="477" y="215"/>
                    <a:pt x="60" y="631"/>
                  </a:cubicBezTo>
                  <a:cubicBezTo>
                    <a:pt x="1" y="691"/>
                    <a:pt x="1" y="810"/>
                    <a:pt x="60" y="869"/>
                  </a:cubicBezTo>
                  <a:cubicBezTo>
                    <a:pt x="90" y="899"/>
                    <a:pt x="132" y="914"/>
                    <a:pt x="175" y="914"/>
                  </a:cubicBezTo>
                  <a:cubicBezTo>
                    <a:pt x="218" y="914"/>
                    <a:pt x="263" y="899"/>
                    <a:pt x="298" y="869"/>
                  </a:cubicBezTo>
                  <a:cubicBezTo>
                    <a:pt x="656" y="512"/>
                    <a:pt x="1120" y="322"/>
                    <a:pt x="1620" y="322"/>
                  </a:cubicBezTo>
                  <a:cubicBezTo>
                    <a:pt x="2132" y="322"/>
                    <a:pt x="2596" y="512"/>
                    <a:pt x="2953" y="869"/>
                  </a:cubicBezTo>
                  <a:cubicBezTo>
                    <a:pt x="2983" y="899"/>
                    <a:pt x="3028" y="914"/>
                    <a:pt x="3073" y="914"/>
                  </a:cubicBezTo>
                  <a:cubicBezTo>
                    <a:pt x="3117" y="914"/>
                    <a:pt x="3162" y="899"/>
                    <a:pt x="3192" y="869"/>
                  </a:cubicBezTo>
                  <a:cubicBezTo>
                    <a:pt x="3251" y="810"/>
                    <a:pt x="3251" y="691"/>
                    <a:pt x="3192" y="631"/>
                  </a:cubicBezTo>
                  <a:cubicBezTo>
                    <a:pt x="2775" y="215"/>
                    <a:pt x="2215" y="0"/>
                    <a:pt x="1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1" name="Google Shape;721;p36"/>
            <p:cNvSpPr/>
            <p:nvPr/>
          </p:nvSpPr>
          <p:spPr>
            <a:xfrm>
              <a:off x="4126815" y="2760704"/>
              <a:ext cx="380393" cy="363118"/>
            </a:xfrm>
            <a:custGeom>
              <a:avLst/>
              <a:gdLst/>
              <a:ahLst/>
              <a:cxnLst/>
              <a:rect l="l" t="t" r="r" b="b"/>
              <a:pathLst>
                <a:path w="11979" h="11435" extrusionOk="0">
                  <a:moveTo>
                    <a:pt x="7621" y="6921"/>
                  </a:moveTo>
                  <a:lnTo>
                    <a:pt x="8061" y="7373"/>
                  </a:lnTo>
                  <a:lnTo>
                    <a:pt x="7787" y="7659"/>
                  </a:lnTo>
                  <a:lnTo>
                    <a:pt x="7335" y="7207"/>
                  </a:lnTo>
                  <a:cubicBezTo>
                    <a:pt x="7442" y="7123"/>
                    <a:pt x="7526" y="7016"/>
                    <a:pt x="7621" y="6921"/>
                  </a:cubicBezTo>
                  <a:close/>
                  <a:moveTo>
                    <a:pt x="4552" y="328"/>
                  </a:moveTo>
                  <a:cubicBezTo>
                    <a:pt x="5525" y="328"/>
                    <a:pt x="6496" y="700"/>
                    <a:pt x="7228" y="1444"/>
                  </a:cubicBezTo>
                  <a:cubicBezTo>
                    <a:pt x="8645" y="2861"/>
                    <a:pt x="8704" y="5076"/>
                    <a:pt x="7466" y="6564"/>
                  </a:cubicBezTo>
                  <a:cubicBezTo>
                    <a:pt x="7311" y="6766"/>
                    <a:pt x="7156" y="6909"/>
                    <a:pt x="6978" y="7064"/>
                  </a:cubicBezTo>
                  <a:cubicBezTo>
                    <a:pt x="6279" y="7651"/>
                    <a:pt x="5417" y="7944"/>
                    <a:pt x="4554" y="7944"/>
                  </a:cubicBezTo>
                  <a:cubicBezTo>
                    <a:pt x="3579" y="7944"/>
                    <a:pt x="2603" y="7571"/>
                    <a:pt x="1858" y="6826"/>
                  </a:cubicBezTo>
                  <a:cubicBezTo>
                    <a:pt x="370" y="5338"/>
                    <a:pt x="370" y="2921"/>
                    <a:pt x="1858" y="1444"/>
                  </a:cubicBezTo>
                  <a:cubicBezTo>
                    <a:pt x="2602" y="700"/>
                    <a:pt x="3579" y="328"/>
                    <a:pt x="4552" y="328"/>
                  </a:cubicBezTo>
                  <a:close/>
                  <a:moveTo>
                    <a:pt x="8518" y="7440"/>
                  </a:moveTo>
                  <a:cubicBezTo>
                    <a:pt x="8550" y="7440"/>
                    <a:pt x="8580" y="7453"/>
                    <a:pt x="8597" y="7481"/>
                  </a:cubicBezTo>
                  <a:lnTo>
                    <a:pt x="9061" y="7897"/>
                  </a:lnTo>
                  <a:lnTo>
                    <a:pt x="8276" y="8683"/>
                  </a:lnTo>
                  <a:lnTo>
                    <a:pt x="7883" y="8195"/>
                  </a:lnTo>
                  <a:cubicBezTo>
                    <a:pt x="7847" y="8135"/>
                    <a:pt x="7847" y="8052"/>
                    <a:pt x="7883" y="8016"/>
                  </a:cubicBezTo>
                  <a:lnTo>
                    <a:pt x="8418" y="7481"/>
                  </a:lnTo>
                  <a:cubicBezTo>
                    <a:pt x="8444" y="7456"/>
                    <a:pt x="8482" y="7440"/>
                    <a:pt x="8518" y="7440"/>
                  </a:cubicBezTo>
                  <a:close/>
                  <a:moveTo>
                    <a:pt x="9335" y="8100"/>
                  </a:moveTo>
                  <a:lnTo>
                    <a:pt x="11252" y="9779"/>
                  </a:lnTo>
                  <a:cubicBezTo>
                    <a:pt x="11574" y="10064"/>
                    <a:pt x="11597" y="10576"/>
                    <a:pt x="11276" y="10886"/>
                  </a:cubicBezTo>
                  <a:cubicBezTo>
                    <a:pt x="11128" y="11033"/>
                    <a:pt x="10940" y="11105"/>
                    <a:pt x="10752" y="11105"/>
                  </a:cubicBezTo>
                  <a:cubicBezTo>
                    <a:pt x="10544" y="11105"/>
                    <a:pt x="10336" y="11018"/>
                    <a:pt x="10181" y="10850"/>
                  </a:cubicBezTo>
                  <a:lnTo>
                    <a:pt x="8514" y="8921"/>
                  </a:lnTo>
                  <a:lnTo>
                    <a:pt x="9335" y="8100"/>
                  </a:lnTo>
                  <a:close/>
                  <a:moveTo>
                    <a:pt x="4543" y="1"/>
                  </a:moveTo>
                  <a:cubicBezTo>
                    <a:pt x="3483" y="1"/>
                    <a:pt x="2424" y="402"/>
                    <a:pt x="1620" y="1206"/>
                  </a:cubicBezTo>
                  <a:cubicBezTo>
                    <a:pt x="1" y="2837"/>
                    <a:pt x="1" y="5457"/>
                    <a:pt x="1620" y="7064"/>
                  </a:cubicBezTo>
                  <a:cubicBezTo>
                    <a:pt x="2431" y="7875"/>
                    <a:pt x="3489" y="8272"/>
                    <a:pt x="4543" y="8272"/>
                  </a:cubicBezTo>
                  <a:cubicBezTo>
                    <a:pt x="5440" y="8272"/>
                    <a:pt x="6334" y="7985"/>
                    <a:pt x="7073" y="7421"/>
                  </a:cubicBezTo>
                  <a:lnTo>
                    <a:pt x="7561" y="7909"/>
                  </a:lnTo>
                  <a:cubicBezTo>
                    <a:pt x="7490" y="8076"/>
                    <a:pt x="7502" y="8278"/>
                    <a:pt x="7633" y="8409"/>
                  </a:cubicBezTo>
                  <a:lnTo>
                    <a:pt x="9954" y="11064"/>
                  </a:lnTo>
                  <a:cubicBezTo>
                    <a:pt x="10171" y="11312"/>
                    <a:pt x="10471" y="11434"/>
                    <a:pt x="10771" y="11434"/>
                  </a:cubicBezTo>
                  <a:cubicBezTo>
                    <a:pt x="11049" y="11434"/>
                    <a:pt x="11326" y="11330"/>
                    <a:pt x="11538" y="11124"/>
                  </a:cubicBezTo>
                  <a:cubicBezTo>
                    <a:pt x="11978" y="10671"/>
                    <a:pt x="11955" y="9945"/>
                    <a:pt x="11478" y="9540"/>
                  </a:cubicBezTo>
                  <a:lnTo>
                    <a:pt x="8823" y="7219"/>
                  </a:lnTo>
                  <a:cubicBezTo>
                    <a:pt x="8737" y="7139"/>
                    <a:pt x="8629" y="7104"/>
                    <a:pt x="8522" y="7104"/>
                  </a:cubicBezTo>
                  <a:cubicBezTo>
                    <a:pt x="8453" y="7104"/>
                    <a:pt x="8384" y="7119"/>
                    <a:pt x="8323" y="7147"/>
                  </a:cubicBezTo>
                  <a:lnTo>
                    <a:pt x="7823" y="6659"/>
                  </a:lnTo>
                  <a:cubicBezTo>
                    <a:pt x="9073" y="5052"/>
                    <a:pt x="8978" y="2694"/>
                    <a:pt x="7466" y="1206"/>
                  </a:cubicBezTo>
                  <a:cubicBezTo>
                    <a:pt x="6662" y="402"/>
                    <a:pt x="5603" y="1"/>
                    <a:pt x="454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2" name="Google Shape;722;p36"/>
            <p:cNvSpPr/>
            <p:nvPr/>
          </p:nvSpPr>
          <p:spPr>
            <a:xfrm>
              <a:off x="4278826" y="2791379"/>
              <a:ext cx="103998" cy="201962"/>
            </a:xfrm>
            <a:custGeom>
              <a:avLst/>
              <a:gdLst/>
              <a:ahLst/>
              <a:cxnLst/>
              <a:rect l="l" t="t" r="r" b="b"/>
              <a:pathLst>
                <a:path w="3275" h="6360" extrusionOk="0">
                  <a:moveTo>
                    <a:pt x="191" y="0"/>
                  </a:moveTo>
                  <a:cubicBezTo>
                    <a:pt x="106" y="0"/>
                    <a:pt x="35" y="59"/>
                    <a:pt x="24" y="157"/>
                  </a:cubicBezTo>
                  <a:cubicBezTo>
                    <a:pt x="0" y="264"/>
                    <a:pt x="60" y="335"/>
                    <a:pt x="167" y="347"/>
                  </a:cubicBezTo>
                  <a:cubicBezTo>
                    <a:pt x="798" y="442"/>
                    <a:pt x="1345" y="716"/>
                    <a:pt x="1786" y="1169"/>
                  </a:cubicBezTo>
                  <a:cubicBezTo>
                    <a:pt x="2905" y="2288"/>
                    <a:pt x="2905" y="4110"/>
                    <a:pt x="1786" y="5229"/>
                  </a:cubicBezTo>
                  <a:cubicBezTo>
                    <a:pt x="1345" y="5645"/>
                    <a:pt x="774" y="5931"/>
                    <a:pt x="167" y="6015"/>
                  </a:cubicBezTo>
                  <a:cubicBezTo>
                    <a:pt x="83" y="6038"/>
                    <a:pt x="24" y="6122"/>
                    <a:pt x="24" y="6217"/>
                  </a:cubicBezTo>
                  <a:cubicBezTo>
                    <a:pt x="36" y="6300"/>
                    <a:pt x="107" y="6360"/>
                    <a:pt x="179" y="6360"/>
                  </a:cubicBezTo>
                  <a:lnTo>
                    <a:pt x="214" y="6360"/>
                  </a:lnTo>
                  <a:cubicBezTo>
                    <a:pt x="917" y="6253"/>
                    <a:pt x="1536" y="5943"/>
                    <a:pt x="2024" y="5455"/>
                  </a:cubicBezTo>
                  <a:cubicBezTo>
                    <a:pt x="3274" y="4205"/>
                    <a:pt x="3274" y="2169"/>
                    <a:pt x="2024" y="919"/>
                  </a:cubicBezTo>
                  <a:cubicBezTo>
                    <a:pt x="1536" y="419"/>
                    <a:pt x="917" y="109"/>
                    <a:pt x="214" y="2"/>
                  </a:cubicBezTo>
                  <a:cubicBezTo>
                    <a:pt x="206" y="1"/>
                    <a:pt x="198" y="0"/>
                    <a:pt x="19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3" name="Google Shape;723;p36"/>
            <p:cNvSpPr/>
            <p:nvPr/>
          </p:nvSpPr>
          <p:spPr>
            <a:xfrm>
              <a:off x="4159332" y="2791379"/>
              <a:ext cx="105903" cy="201962"/>
            </a:xfrm>
            <a:custGeom>
              <a:avLst/>
              <a:gdLst/>
              <a:ahLst/>
              <a:cxnLst/>
              <a:rect l="l" t="t" r="r" b="b"/>
              <a:pathLst>
                <a:path w="3335" h="6360" extrusionOk="0">
                  <a:moveTo>
                    <a:pt x="3162" y="1"/>
                  </a:moveTo>
                  <a:cubicBezTo>
                    <a:pt x="3156" y="1"/>
                    <a:pt x="3150" y="1"/>
                    <a:pt x="3144" y="2"/>
                  </a:cubicBezTo>
                  <a:cubicBezTo>
                    <a:pt x="2430" y="61"/>
                    <a:pt x="1775" y="383"/>
                    <a:pt x="1251" y="895"/>
                  </a:cubicBezTo>
                  <a:cubicBezTo>
                    <a:pt x="1" y="2145"/>
                    <a:pt x="1" y="4193"/>
                    <a:pt x="1251" y="5443"/>
                  </a:cubicBezTo>
                  <a:cubicBezTo>
                    <a:pt x="1775" y="5955"/>
                    <a:pt x="2430" y="6277"/>
                    <a:pt x="3144" y="6360"/>
                  </a:cubicBezTo>
                  <a:lnTo>
                    <a:pt x="3156" y="6360"/>
                  </a:lnTo>
                  <a:cubicBezTo>
                    <a:pt x="3251" y="6360"/>
                    <a:pt x="3311" y="6300"/>
                    <a:pt x="3323" y="6217"/>
                  </a:cubicBezTo>
                  <a:cubicBezTo>
                    <a:pt x="3334" y="6122"/>
                    <a:pt x="3263" y="6038"/>
                    <a:pt x="3168" y="6038"/>
                  </a:cubicBezTo>
                  <a:cubicBezTo>
                    <a:pt x="2537" y="5955"/>
                    <a:pt x="1941" y="5681"/>
                    <a:pt x="1477" y="5217"/>
                  </a:cubicBezTo>
                  <a:cubicBezTo>
                    <a:pt x="358" y="4098"/>
                    <a:pt x="358" y="2264"/>
                    <a:pt x="1477" y="1157"/>
                  </a:cubicBezTo>
                  <a:cubicBezTo>
                    <a:pt x="1941" y="692"/>
                    <a:pt x="2513" y="407"/>
                    <a:pt x="3168" y="335"/>
                  </a:cubicBezTo>
                  <a:cubicBezTo>
                    <a:pt x="3263" y="311"/>
                    <a:pt x="3334" y="240"/>
                    <a:pt x="3323" y="157"/>
                  </a:cubicBezTo>
                  <a:cubicBezTo>
                    <a:pt x="3312" y="68"/>
                    <a:pt x="3239" y="1"/>
                    <a:pt x="3162"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 name="Google Shape;724;p36"/>
          <p:cNvGrpSpPr/>
          <p:nvPr/>
        </p:nvGrpSpPr>
        <p:grpSpPr>
          <a:xfrm>
            <a:off x="2885622" y="2824148"/>
            <a:ext cx="281276" cy="280987"/>
            <a:chOff x="2497275" y="2744159"/>
            <a:chExt cx="370930" cy="370549"/>
          </a:xfrm>
        </p:grpSpPr>
        <p:sp>
          <p:nvSpPr>
            <p:cNvPr id="725" name="Google Shape;725;p36"/>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6" name="Google Shape;726;p36"/>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7" name="Google Shape;727;p36"/>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8" name="Google Shape;728;p36"/>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9" name="Google Shape;729;p36"/>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0" name="Google Shape;730;p36"/>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 name="Google Shape;732;p36"/>
          <p:cNvGrpSpPr/>
          <p:nvPr/>
        </p:nvGrpSpPr>
        <p:grpSpPr>
          <a:xfrm>
            <a:off x="4417196" y="2834313"/>
            <a:ext cx="309505" cy="260656"/>
            <a:chOff x="2171474" y="3369229"/>
            <a:chExt cx="408156" cy="343737"/>
          </a:xfrm>
        </p:grpSpPr>
        <p:sp>
          <p:nvSpPr>
            <p:cNvPr id="733" name="Google Shape;733;p36"/>
            <p:cNvSpPr/>
            <p:nvPr/>
          </p:nvSpPr>
          <p:spPr>
            <a:xfrm>
              <a:off x="2171474" y="3369229"/>
              <a:ext cx="408156" cy="343737"/>
            </a:xfrm>
            <a:custGeom>
              <a:avLst/>
              <a:gdLst/>
              <a:ahLst/>
              <a:cxnLst/>
              <a:rect l="l" t="t" r="r" b="b"/>
              <a:pathLst>
                <a:path w="12824" h="10800" extrusionOk="0">
                  <a:moveTo>
                    <a:pt x="5395" y="345"/>
                  </a:moveTo>
                  <a:cubicBezTo>
                    <a:pt x="5561" y="345"/>
                    <a:pt x="5704" y="405"/>
                    <a:pt x="5823" y="536"/>
                  </a:cubicBezTo>
                  <a:lnTo>
                    <a:pt x="6478" y="1191"/>
                  </a:lnTo>
                  <a:lnTo>
                    <a:pt x="5645" y="1191"/>
                  </a:lnTo>
                  <a:cubicBezTo>
                    <a:pt x="5537" y="1191"/>
                    <a:pt x="5442" y="1143"/>
                    <a:pt x="5347" y="1072"/>
                  </a:cubicBezTo>
                  <a:lnTo>
                    <a:pt x="4633" y="357"/>
                  </a:lnTo>
                  <a:lnTo>
                    <a:pt x="5395" y="357"/>
                  </a:lnTo>
                  <a:lnTo>
                    <a:pt x="5395" y="345"/>
                  </a:lnTo>
                  <a:close/>
                  <a:moveTo>
                    <a:pt x="6883" y="357"/>
                  </a:moveTo>
                  <a:cubicBezTo>
                    <a:pt x="7049" y="357"/>
                    <a:pt x="7192" y="417"/>
                    <a:pt x="7311" y="536"/>
                  </a:cubicBezTo>
                  <a:lnTo>
                    <a:pt x="7966" y="1191"/>
                  </a:lnTo>
                  <a:lnTo>
                    <a:pt x="7823" y="1191"/>
                  </a:lnTo>
                  <a:cubicBezTo>
                    <a:pt x="7716" y="1191"/>
                    <a:pt x="7621" y="1274"/>
                    <a:pt x="7621" y="1381"/>
                  </a:cubicBezTo>
                  <a:cubicBezTo>
                    <a:pt x="7621" y="1488"/>
                    <a:pt x="7716" y="1572"/>
                    <a:pt x="7823" y="1572"/>
                  </a:cubicBezTo>
                  <a:lnTo>
                    <a:pt x="12026" y="1572"/>
                  </a:lnTo>
                  <a:cubicBezTo>
                    <a:pt x="12253" y="1572"/>
                    <a:pt x="12443" y="1750"/>
                    <a:pt x="12443" y="1988"/>
                  </a:cubicBezTo>
                  <a:lnTo>
                    <a:pt x="12431" y="10001"/>
                  </a:lnTo>
                  <a:cubicBezTo>
                    <a:pt x="12431" y="10216"/>
                    <a:pt x="12253" y="10418"/>
                    <a:pt x="12014" y="10418"/>
                  </a:cubicBezTo>
                  <a:lnTo>
                    <a:pt x="775" y="10418"/>
                  </a:lnTo>
                  <a:cubicBezTo>
                    <a:pt x="561" y="10418"/>
                    <a:pt x="358" y="10239"/>
                    <a:pt x="358" y="10001"/>
                  </a:cubicBezTo>
                  <a:lnTo>
                    <a:pt x="358" y="774"/>
                  </a:lnTo>
                  <a:cubicBezTo>
                    <a:pt x="358" y="548"/>
                    <a:pt x="537" y="357"/>
                    <a:pt x="775" y="357"/>
                  </a:cubicBezTo>
                  <a:lnTo>
                    <a:pt x="3859" y="357"/>
                  </a:lnTo>
                  <a:cubicBezTo>
                    <a:pt x="4025" y="357"/>
                    <a:pt x="4168" y="417"/>
                    <a:pt x="4287" y="536"/>
                  </a:cubicBezTo>
                  <a:lnTo>
                    <a:pt x="5085" y="1322"/>
                  </a:lnTo>
                  <a:cubicBezTo>
                    <a:pt x="5228" y="1465"/>
                    <a:pt x="5418" y="1560"/>
                    <a:pt x="5645" y="1560"/>
                  </a:cubicBezTo>
                  <a:lnTo>
                    <a:pt x="6942" y="1560"/>
                  </a:lnTo>
                  <a:cubicBezTo>
                    <a:pt x="7014" y="1560"/>
                    <a:pt x="7085" y="1512"/>
                    <a:pt x="7121" y="1441"/>
                  </a:cubicBezTo>
                  <a:cubicBezTo>
                    <a:pt x="7145" y="1369"/>
                    <a:pt x="7133" y="1286"/>
                    <a:pt x="7073" y="1226"/>
                  </a:cubicBezTo>
                  <a:lnTo>
                    <a:pt x="6192" y="357"/>
                  </a:lnTo>
                  <a:close/>
                  <a:moveTo>
                    <a:pt x="799" y="0"/>
                  </a:moveTo>
                  <a:cubicBezTo>
                    <a:pt x="358" y="0"/>
                    <a:pt x="1" y="345"/>
                    <a:pt x="1" y="786"/>
                  </a:cubicBezTo>
                  <a:lnTo>
                    <a:pt x="1" y="10013"/>
                  </a:lnTo>
                  <a:cubicBezTo>
                    <a:pt x="1" y="10442"/>
                    <a:pt x="358" y="10799"/>
                    <a:pt x="799" y="10799"/>
                  </a:cubicBezTo>
                  <a:lnTo>
                    <a:pt x="12026" y="10799"/>
                  </a:lnTo>
                  <a:cubicBezTo>
                    <a:pt x="12467" y="10799"/>
                    <a:pt x="12824" y="10442"/>
                    <a:pt x="12824" y="10013"/>
                  </a:cubicBezTo>
                  <a:lnTo>
                    <a:pt x="12824" y="1988"/>
                  </a:lnTo>
                  <a:cubicBezTo>
                    <a:pt x="12824" y="1524"/>
                    <a:pt x="12467" y="1191"/>
                    <a:pt x="12026" y="1191"/>
                  </a:cubicBezTo>
                  <a:lnTo>
                    <a:pt x="8490" y="1191"/>
                  </a:lnTo>
                  <a:lnTo>
                    <a:pt x="7585" y="274"/>
                  </a:lnTo>
                  <a:cubicBezTo>
                    <a:pt x="7383" y="83"/>
                    <a:pt x="7145" y="0"/>
                    <a:pt x="6883"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4" name="Google Shape;734;p36"/>
            <p:cNvSpPr/>
            <p:nvPr/>
          </p:nvSpPr>
          <p:spPr>
            <a:xfrm>
              <a:off x="2292737" y="3477220"/>
              <a:ext cx="164898" cy="164866"/>
            </a:xfrm>
            <a:custGeom>
              <a:avLst/>
              <a:gdLst/>
              <a:ahLst/>
              <a:cxnLst/>
              <a:rect l="l" t="t" r="r" b="b"/>
              <a:pathLst>
                <a:path w="5181" h="5180" extrusionOk="0">
                  <a:moveTo>
                    <a:pt x="2799" y="1382"/>
                  </a:moveTo>
                  <a:cubicBezTo>
                    <a:pt x="3025" y="1382"/>
                    <a:pt x="3216" y="1560"/>
                    <a:pt x="3216" y="1798"/>
                  </a:cubicBezTo>
                  <a:lnTo>
                    <a:pt x="3216" y="2203"/>
                  </a:lnTo>
                  <a:cubicBezTo>
                    <a:pt x="3204" y="2525"/>
                    <a:pt x="2942" y="2810"/>
                    <a:pt x="2597" y="2810"/>
                  </a:cubicBezTo>
                  <a:cubicBezTo>
                    <a:pt x="2251" y="2810"/>
                    <a:pt x="1977" y="2525"/>
                    <a:pt x="1977" y="2203"/>
                  </a:cubicBezTo>
                  <a:lnTo>
                    <a:pt x="1977" y="1798"/>
                  </a:lnTo>
                  <a:cubicBezTo>
                    <a:pt x="1977" y="1572"/>
                    <a:pt x="2156" y="1382"/>
                    <a:pt x="2406" y="1382"/>
                  </a:cubicBezTo>
                  <a:close/>
                  <a:moveTo>
                    <a:pt x="2799" y="3156"/>
                  </a:moveTo>
                  <a:lnTo>
                    <a:pt x="2799" y="3275"/>
                  </a:lnTo>
                  <a:cubicBezTo>
                    <a:pt x="2799" y="3346"/>
                    <a:pt x="2835" y="3406"/>
                    <a:pt x="2858" y="3465"/>
                  </a:cubicBezTo>
                  <a:lnTo>
                    <a:pt x="2608" y="3715"/>
                  </a:lnTo>
                  <a:lnTo>
                    <a:pt x="2573" y="3715"/>
                  </a:lnTo>
                  <a:lnTo>
                    <a:pt x="2323" y="3465"/>
                  </a:lnTo>
                  <a:cubicBezTo>
                    <a:pt x="2358" y="3406"/>
                    <a:pt x="2382" y="3346"/>
                    <a:pt x="2382" y="3275"/>
                  </a:cubicBezTo>
                  <a:lnTo>
                    <a:pt x="2382" y="3156"/>
                  </a:lnTo>
                  <a:cubicBezTo>
                    <a:pt x="2454" y="3167"/>
                    <a:pt x="2513" y="3179"/>
                    <a:pt x="2597" y="3179"/>
                  </a:cubicBezTo>
                  <a:cubicBezTo>
                    <a:pt x="2668" y="3179"/>
                    <a:pt x="2739" y="3167"/>
                    <a:pt x="2799" y="3156"/>
                  </a:cubicBezTo>
                  <a:close/>
                  <a:moveTo>
                    <a:pt x="2573" y="381"/>
                  </a:moveTo>
                  <a:cubicBezTo>
                    <a:pt x="3799" y="381"/>
                    <a:pt x="4799" y="1382"/>
                    <a:pt x="4799" y="2596"/>
                  </a:cubicBezTo>
                  <a:cubicBezTo>
                    <a:pt x="4811" y="3287"/>
                    <a:pt x="4490" y="3906"/>
                    <a:pt x="3978" y="4322"/>
                  </a:cubicBezTo>
                  <a:lnTo>
                    <a:pt x="3978" y="4049"/>
                  </a:lnTo>
                  <a:cubicBezTo>
                    <a:pt x="3978" y="3822"/>
                    <a:pt x="3859" y="3608"/>
                    <a:pt x="3656" y="3525"/>
                  </a:cubicBezTo>
                  <a:lnTo>
                    <a:pt x="3180" y="3287"/>
                  </a:lnTo>
                  <a:lnTo>
                    <a:pt x="3180" y="3275"/>
                  </a:lnTo>
                  <a:lnTo>
                    <a:pt x="3180" y="2989"/>
                  </a:lnTo>
                  <a:cubicBezTo>
                    <a:pt x="3418" y="2810"/>
                    <a:pt x="3573" y="2513"/>
                    <a:pt x="3573" y="2203"/>
                  </a:cubicBezTo>
                  <a:lnTo>
                    <a:pt x="3573" y="1798"/>
                  </a:lnTo>
                  <a:cubicBezTo>
                    <a:pt x="3573" y="1370"/>
                    <a:pt x="3216" y="1012"/>
                    <a:pt x="2787" y="1012"/>
                  </a:cubicBezTo>
                  <a:lnTo>
                    <a:pt x="2382" y="1012"/>
                  </a:lnTo>
                  <a:cubicBezTo>
                    <a:pt x="1954" y="1012"/>
                    <a:pt x="1596" y="1370"/>
                    <a:pt x="1596" y="1798"/>
                  </a:cubicBezTo>
                  <a:lnTo>
                    <a:pt x="1596" y="2203"/>
                  </a:lnTo>
                  <a:cubicBezTo>
                    <a:pt x="1596" y="2525"/>
                    <a:pt x="1763" y="2810"/>
                    <a:pt x="2001" y="2989"/>
                  </a:cubicBezTo>
                  <a:lnTo>
                    <a:pt x="2001" y="3275"/>
                  </a:lnTo>
                  <a:lnTo>
                    <a:pt x="2001" y="3287"/>
                  </a:lnTo>
                  <a:lnTo>
                    <a:pt x="1525" y="3525"/>
                  </a:lnTo>
                  <a:cubicBezTo>
                    <a:pt x="1334" y="3632"/>
                    <a:pt x="1192" y="3822"/>
                    <a:pt x="1192" y="4049"/>
                  </a:cubicBezTo>
                  <a:lnTo>
                    <a:pt x="1192" y="4322"/>
                  </a:lnTo>
                  <a:cubicBezTo>
                    <a:pt x="692" y="3918"/>
                    <a:pt x="358" y="3298"/>
                    <a:pt x="358" y="2596"/>
                  </a:cubicBezTo>
                  <a:cubicBezTo>
                    <a:pt x="358" y="1382"/>
                    <a:pt x="1358" y="381"/>
                    <a:pt x="2573" y="381"/>
                  </a:cubicBezTo>
                  <a:close/>
                  <a:moveTo>
                    <a:pt x="3156" y="3691"/>
                  </a:moveTo>
                  <a:lnTo>
                    <a:pt x="3490" y="3846"/>
                  </a:lnTo>
                  <a:cubicBezTo>
                    <a:pt x="3561" y="3882"/>
                    <a:pt x="3609" y="3953"/>
                    <a:pt x="3609" y="4049"/>
                  </a:cubicBezTo>
                  <a:lnTo>
                    <a:pt x="3609" y="4560"/>
                  </a:lnTo>
                  <a:cubicBezTo>
                    <a:pt x="3311" y="4727"/>
                    <a:pt x="2954" y="4822"/>
                    <a:pt x="2597" y="4822"/>
                  </a:cubicBezTo>
                  <a:cubicBezTo>
                    <a:pt x="2227" y="4822"/>
                    <a:pt x="1882" y="4727"/>
                    <a:pt x="1585" y="4560"/>
                  </a:cubicBezTo>
                  <a:lnTo>
                    <a:pt x="1585" y="4049"/>
                  </a:lnTo>
                  <a:cubicBezTo>
                    <a:pt x="1585" y="3965"/>
                    <a:pt x="1632" y="3894"/>
                    <a:pt x="1704" y="3846"/>
                  </a:cubicBezTo>
                  <a:lnTo>
                    <a:pt x="2025" y="3691"/>
                  </a:lnTo>
                  <a:lnTo>
                    <a:pt x="2323" y="3989"/>
                  </a:lnTo>
                  <a:cubicBezTo>
                    <a:pt x="2406" y="4060"/>
                    <a:pt x="2489" y="4108"/>
                    <a:pt x="2597" y="4108"/>
                  </a:cubicBezTo>
                  <a:cubicBezTo>
                    <a:pt x="2704" y="4108"/>
                    <a:pt x="2799" y="4060"/>
                    <a:pt x="2858" y="3989"/>
                  </a:cubicBezTo>
                  <a:lnTo>
                    <a:pt x="3156" y="3691"/>
                  </a:lnTo>
                  <a:close/>
                  <a:moveTo>
                    <a:pt x="2597" y="0"/>
                  </a:moveTo>
                  <a:cubicBezTo>
                    <a:pt x="1168" y="0"/>
                    <a:pt x="1" y="1155"/>
                    <a:pt x="1" y="2584"/>
                  </a:cubicBezTo>
                  <a:cubicBezTo>
                    <a:pt x="1" y="4013"/>
                    <a:pt x="1168" y="5180"/>
                    <a:pt x="2597" y="5180"/>
                  </a:cubicBezTo>
                  <a:cubicBezTo>
                    <a:pt x="4025" y="5180"/>
                    <a:pt x="5180" y="4013"/>
                    <a:pt x="5180" y="2584"/>
                  </a:cubicBezTo>
                  <a:cubicBezTo>
                    <a:pt x="5180" y="1155"/>
                    <a:pt x="4025" y="0"/>
                    <a:pt x="2597"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5" name="Google Shape;735;p36"/>
            <p:cNvSpPr/>
            <p:nvPr/>
          </p:nvSpPr>
          <p:spPr>
            <a:xfrm>
              <a:off x="2256358" y="3451503"/>
              <a:ext cx="188769" cy="177311"/>
            </a:xfrm>
            <a:custGeom>
              <a:avLst/>
              <a:gdLst/>
              <a:ahLst/>
              <a:cxnLst/>
              <a:rect l="l" t="t" r="r" b="b"/>
              <a:pathLst>
                <a:path w="5931" h="5571" extrusionOk="0">
                  <a:moveTo>
                    <a:pt x="3751" y="0"/>
                  </a:moveTo>
                  <a:cubicBezTo>
                    <a:pt x="2872" y="0"/>
                    <a:pt x="1994" y="341"/>
                    <a:pt x="1323" y="999"/>
                  </a:cubicBezTo>
                  <a:cubicBezTo>
                    <a:pt x="120" y="2201"/>
                    <a:pt x="1" y="4142"/>
                    <a:pt x="1049" y="5488"/>
                  </a:cubicBezTo>
                  <a:cubicBezTo>
                    <a:pt x="1073" y="5535"/>
                    <a:pt x="1132" y="5571"/>
                    <a:pt x="1192" y="5571"/>
                  </a:cubicBezTo>
                  <a:cubicBezTo>
                    <a:pt x="1239" y="5571"/>
                    <a:pt x="1263" y="5547"/>
                    <a:pt x="1311" y="5523"/>
                  </a:cubicBezTo>
                  <a:cubicBezTo>
                    <a:pt x="1382" y="5464"/>
                    <a:pt x="1406" y="5345"/>
                    <a:pt x="1346" y="5249"/>
                  </a:cubicBezTo>
                  <a:cubicBezTo>
                    <a:pt x="406" y="4047"/>
                    <a:pt x="525" y="2332"/>
                    <a:pt x="1596" y="1261"/>
                  </a:cubicBezTo>
                  <a:cubicBezTo>
                    <a:pt x="2181" y="676"/>
                    <a:pt x="2961" y="375"/>
                    <a:pt x="3742" y="375"/>
                  </a:cubicBezTo>
                  <a:cubicBezTo>
                    <a:pt x="4393" y="375"/>
                    <a:pt x="5044" y="584"/>
                    <a:pt x="5585" y="1011"/>
                  </a:cubicBezTo>
                  <a:cubicBezTo>
                    <a:pt x="5616" y="1037"/>
                    <a:pt x="5656" y="1049"/>
                    <a:pt x="5697" y="1049"/>
                  </a:cubicBezTo>
                  <a:cubicBezTo>
                    <a:pt x="5750" y="1049"/>
                    <a:pt x="5806" y="1028"/>
                    <a:pt x="5847" y="987"/>
                  </a:cubicBezTo>
                  <a:cubicBezTo>
                    <a:pt x="5930" y="904"/>
                    <a:pt x="5895" y="773"/>
                    <a:pt x="5823" y="713"/>
                  </a:cubicBezTo>
                  <a:cubicBezTo>
                    <a:pt x="5209" y="233"/>
                    <a:pt x="4479" y="0"/>
                    <a:pt x="3751"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6" name="Google Shape;736;p36"/>
            <p:cNvSpPr/>
            <p:nvPr/>
          </p:nvSpPr>
          <p:spPr>
            <a:xfrm>
              <a:off x="2305245" y="3491160"/>
              <a:ext cx="189151" cy="176706"/>
            </a:xfrm>
            <a:custGeom>
              <a:avLst/>
              <a:gdLst/>
              <a:ahLst/>
              <a:cxnLst/>
              <a:rect l="l" t="t" r="r" b="b"/>
              <a:pathLst>
                <a:path w="5943" h="5552" extrusionOk="0">
                  <a:moveTo>
                    <a:pt x="4739" y="1"/>
                  </a:moveTo>
                  <a:cubicBezTo>
                    <a:pt x="4695" y="1"/>
                    <a:pt x="4650" y="13"/>
                    <a:pt x="4609" y="39"/>
                  </a:cubicBezTo>
                  <a:cubicBezTo>
                    <a:pt x="4537" y="98"/>
                    <a:pt x="4525" y="217"/>
                    <a:pt x="4585" y="301"/>
                  </a:cubicBezTo>
                  <a:cubicBezTo>
                    <a:pt x="5513" y="1503"/>
                    <a:pt x="5406" y="3218"/>
                    <a:pt x="4335" y="4289"/>
                  </a:cubicBezTo>
                  <a:cubicBezTo>
                    <a:pt x="3750" y="4874"/>
                    <a:pt x="2970" y="5175"/>
                    <a:pt x="2189" y="5175"/>
                  </a:cubicBezTo>
                  <a:cubicBezTo>
                    <a:pt x="1538" y="5175"/>
                    <a:pt x="887" y="4966"/>
                    <a:pt x="346" y="4539"/>
                  </a:cubicBezTo>
                  <a:cubicBezTo>
                    <a:pt x="314" y="4516"/>
                    <a:pt x="276" y="4505"/>
                    <a:pt x="237" y="4505"/>
                  </a:cubicBezTo>
                  <a:cubicBezTo>
                    <a:pt x="177" y="4505"/>
                    <a:pt x="116" y="4531"/>
                    <a:pt x="72" y="4575"/>
                  </a:cubicBezTo>
                  <a:cubicBezTo>
                    <a:pt x="1" y="4646"/>
                    <a:pt x="25" y="4765"/>
                    <a:pt x="96" y="4837"/>
                  </a:cubicBezTo>
                  <a:cubicBezTo>
                    <a:pt x="715" y="5313"/>
                    <a:pt x="1453" y="5551"/>
                    <a:pt x="2180" y="5551"/>
                  </a:cubicBezTo>
                  <a:cubicBezTo>
                    <a:pt x="3061" y="5551"/>
                    <a:pt x="3930" y="5218"/>
                    <a:pt x="4597" y="4551"/>
                  </a:cubicBezTo>
                  <a:cubicBezTo>
                    <a:pt x="5823" y="3349"/>
                    <a:pt x="5942" y="1420"/>
                    <a:pt x="4882" y="62"/>
                  </a:cubicBezTo>
                  <a:cubicBezTo>
                    <a:pt x="4849" y="22"/>
                    <a:pt x="4796" y="1"/>
                    <a:pt x="473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 name="Google Shape;10847;p59"/>
          <p:cNvGrpSpPr/>
          <p:nvPr/>
        </p:nvGrpSpPr>
        <p:grpSpPr>
          <a:xfrm>
            <a:off x="7474663" y="2771373"/>
            <a:ext cx="377474" cy="335748"/>
            <a:chOff x="854261" y="2908813"/>
            <a:chExt cx="377474" cy="335748"/>
          </a:xfrm>
        </p:grpSpPr>
        <p:sp>
          <p:nvSpPr>
            <p:cNvPr id="49" name="Google Shape;10848;p59"/>
            <p:cNvSpPr/>
            <p:nvPr/>
          </p:nvSpPr>
          <p:spPr>
            <a:xfrm>
              <a:off x="896337" y="3079695"/>
              <a:ext cx="47391" cy="17091"/>
            </a:xfrm>
            <a:custGeom>
              <a:avLst/>
              <a:gdLst/>
              <a:ahLst/>
              <a:cxnLst/>
              <a:rect l="l" t="t" r="r" b="b"/>
              <a:pathLst>
                <a:path w="1489" h="537" extrusionOk="0">
                  <a:moveTo>
                    <a:pt x="179" y="1"/>
                  </a:moveTo>
                  <a:cubicBezTo>
                    <a:pt x="96" y="1"/>
                    <a:pt x="0" y="72"/>
                    <a:pt x="0" y="179"/>
                  </a:cubicBezTo>
                  <a:cubicBezTo>
                    <a:pt x="0" y="263"/>
                    <a:pt x="84" y="358"/>
                    <a:pt x="179" y="358"/>
                  </a:cubicBezTo>
                  <a:cubicBezTo>
                    <a:pt x="381" y="358"/>
                    <a:pt x="941" y="382"/>
                    <a:pt x="1227" y="525"/>
                  </a:cubicBezTo>
                  <a:cubicBezTo>
                    <a:pt x="1251" y="537"/>
                    <a:pt x="1274" y="537"/>
                    <a:pt x="1298" y="537"/>
                  </a:cubicBezTo>
                  <a:cubicBezTo>
                    <a:pt x="1358" y="537"/>
                    <a:pt x="1417" y="501"/>
                    <a:pt x="1453" y="441"/>
                  </a:cubicBezTo>
                  <a:cubicBezTo>
                    <a:pt x="1489" y="358"/>
                    <a:pt x="1465" y="251"/>
                    <a:pt x="1370" y="203"/>
                  </a:cubicBezTo>
                  <a:cubicBezTo>
                    <a:pt x="977" y="1"/>
                    <a:pt x="215"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10849;p59"/>
            <p:cNvSpPr/>
            <p:nvPr/>
          </p:nvSpPr>
          <p:spPr>
            <a:xfrm>
              <a:off x="878514" y="3191855"/>
              <a:ext cx="11426" cy="52706"/>
            </a:xfrm>
            <a:custGeom>
              <a:avLst/>
              <a:gdLst/>
              <a:ahLst/>
              <a:cxnLst/>
              <a:rect l="l" t="t" r="r" b="b"/>
              <a:pathLst>
                <a:path w="359" h="1656" extrusionOk="0">
                  <a:moveTo>
                    <a:pt x="179" y="1"/>
                  </a:moveTo>
                  <a:cubicBezTo>
                    <a:pt x="84" y="1"/>
                    <a:pt x="1" y="72"/>
                    <a:pt x="1" y="180"/>
                  </a:cubicBezTo>
                  <a:lnTo>
                    <a:pt x="1" y="1477"/>
                  </a:lnTo>
                  <a:cubicBezTo>
                    <a:pt x="1" y="1561"/>
                    <a:pt x="72" y="1656"/>
                    <a:pt x="179" y="1656"/>
                  </a:cubicBezTo>
                  <a:cubicBezTo>
                    <a:pt x="287" y="1656"/>
                    <a:pt x="358" y="1585"/>
                    <a:pt x="358" y="1477"/>
                  </a:cubicBezTo>
                  <a:lnTo>
                    <a:pt x="358" y="180"/>
                  </a:lnTo>
                  <a:cubicBezTo>
                    <a:pt x="358" y="72"/>
                    <a:pt x="287" y="1"/>
                    <a:pt x="17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10850;p59"/>
            <p:cNvSpPr/>
            <p:nvPr/>
          </p:nvSpPr>
          <p:spPr>
            <a:xfrm>
              <a:off x="854261" y="3050159"/>
              <a:ext cx="219451" cy="194052"/>
            </a:xfrm>
            <a:custGeom>
              <a:avLst/>
              <a:gdLst/>
              <a:ahLst/>
              <a:cxnLst/>
              <a:rect l="l" t="t" r="r" b="b"/>
              <a:pathLst>
                <a:path w="6895" h="6097" extrusionOk="0">
                  <a:moveTo>
                    <a:pt x="6406" y="679"/>
                  </a:moveTo>
                  <a:lnTo>
                    <a:pt x="6466" y="929"/>
                  </a:lnTo>
                  <a:cubicBezTo>
                    <a:pt x="6490" y="1000"/>
                    <a:pt x="6478" y="1072"/>
                    <a:pt x="6418" y="1119"/>
                  </a:cubicBezTo>
                  <a:lnTo>
                    <a:pt x="6311" y="1226"/>
                  </a:lnTo>
                  <a:lnTo>
                    <a:pt x="6073" y="988"/>
                  </a:lnTo>
                  <a:lnTo>
                    <a:pt x="6406" y="679"/>
                  </a:lnTo>
                  <a:close/>
                  <a:moveTo>
                    <a:pt x="3192" y="345"/>
                  </a:moveTo>
                  <a:lnTo>
                    <a:pt x="3192" y="1060"/>
                  </a:lnTo>
                  <a:cubicBezTo>
                    <a:pt x="3192" y="1179"/>
                    <a:pt x="3156" y="1298"/>
                    <a:pt x="3108" y="1405"/>
                  </a:cubicBezTo>
                  <a:lnTo>
                    <a:pt x="3025" y="1584"/>
                  </a:lnTo>
                  <a:cubicBezTo>
                    <a:pt x="3013" y="1607"/>
                    <a:pt x="3013" y="1619"/>
                    <a:pt x="3013" y="1655"/>
                  </a:cubicBezTo>
                  <a:lnTo>
                    <a:pt x="3013" y="2024"/>
                  </a:lnTo>
                  <a:cubicBezTo>
                    <a:pt x="2989" y="2286"/>
                    <a:pt x="2894" y="2524"/>
                    <a:pt x="2715" y="2703"/>
                  </a:cubicBezTo>
                  <a:cubicBezTo>
                    <a:pt x="2537" y="2881"/>
                    <a:pt x="2275" y="2965"/>
                    <a:pt x="2025" y="2965"/>
                  </a:cubicBezTo>
                  <a:cubicBezTo>
                    <a:pt x="1525" y="2953"/>
                    <a:pt x="1120" y="2500"/>
                    <a:pt x="1120" y="1988"/>
                  </a:cubicBezTo>
                  <a:lnTo>
                    <a:pt x="1120" y="1655"/>
                  </a:lnTo>
                  <a:cubicBezTo>
                    <a:pt x="1120" y="1619"/>
                    <a:pt x="1120" y="1596"/>
                    <a:pt x="1108" y="1584"/>
                  </a:cubicBezTo>
                  <a:lnTo>
                    <a:pt x="1001" y="1369"/>
                  </a:lnTo>
                  <a:cubicBezTo>
                    <a:pt x="953" y="1298"/>
                    <a:pt x="941" y="1203"/>
                    <a:pt x="941" y="1119"/>
                  </a:cubicBezTo>
                  <a:lnTo>
                    <a:pt x="941" y="1107"/>
                  </a:lnTo>
                  <a:cubicBezTo>
                    <a:pt x="941" y="691"/>
                    <a:pt x="1287" y="345"/>
                    <a:pt x="1703" y="345"/>
                  </a:cubicBezTo>
                  <a:close/>
                  <a:moveTo>
                    <a:pt x="2442" y="3227"/>
                  </a:moveTo>
                  <a:cubicBezTo>
                    <a:pt x="2454" y="3298"/>
                    <a:pt x="2477" y="3334"/>
                    <a:pt x="2489" y="3381"/>
                  </a:cubicBezTo>
                  <a:lnTo>
                    <a:pt x="2323" y="3548"/>
                  </a:lnTo>
                  <a:cubicBezTo>
                    <a:pt x="2251" y="3620"/>
                    <a:pt x="2156" y="3655"/>
                    <a:pt x="2059" y="3655"/>
                  </a:cubicBezTo>
                  <a:cubicBezTo>
                    <a:pt x="1962" y="3655"/>
                    <a:pt x="1864" y="3620"/>
                    <a:pt x="1787" y="3548"/>
                  </a:cubicBezTo>
                  <a:lnTo>
                    <a:pt x="1644" y="3393"/>
                  </a:lnTo>
                  <a:cubicBezTo>
                    <a:pt x="1656" y="3358"/>
                    <a:pt x="1668" y="3286"/>
                    <a:pt x="1668" y="3227"/>
                  </a:cubicBezTo>
                  <a:cubicBezTo>
                    <a:pt x="1775" y="3262"/>
                    <a:pt x="1894" y="3286"/>
                    <a:pt x="2013" y="3286"/>
                  </a:cubicBezTo>
                  <a:lnTo>
                    <a:pt x="2061" y="3286"/>
                  </a:lnTo>
                  <a:cubicBezTo>
                    <a:pt x="2192" y="3286"/>
                    <a:pt x="2323" y="3274"/>
                    <a:pt x="2442" y="3227"/>
                  </a:cubicBezTo>
                  <a:close/>
                  <a:moveTo>
                    <a:pt x="1680" y="0"/>
                  </a:moveTo>
                  <a:cubicBezTo>
                    <a:pt x="1072" y="0"/>
                    <a:pt x="584" y="500"/>
                    <a:pt x="584" y="1107"/>
                  </a:cubicBezTo>
                  <a:lnTo>
                    <a:pt x="584" y="1119"/>
                  </a:lnTo>
                  <a:cubicBezTo>
                    <a:pt x="584" y="1250"/>
                    <a:pt x="608" y="1405"/>
                    <a:pt x="668" y="1524"/>
                  </a:cubicBezTo>
                  <a:lnTo>
                    <a:pt x="763" y="1703"/>
                  </a:lnTo>
                  <a:lnTo>
                    <a:pt x="763" y="1988"/>
                  </a:lnTo>
                  <a:cubicBezTo>
                    <a:pt x="763" y="2429"/>
                    <a:pt x="977" y="2834"/>
                    <a:pt x="1311" y="3072"/>
                  </a:cubicBezTo>
                  <a:lnTo>
                    <a:pt x="1311" y="3215"/>
                  </a:lnTo>
                  <a:cubicBezTo>
                    <a:pt x="1311" y="3310"/>
                    <a:pt x="1251" y="3381"/>
                    <a:pt x="1156" y="3417"/>
                  </a:cubicBezTo>
                  <a:lnTo>
                    <a:pt x="537" y="3596"/>
                  </a:lnTo>
                  <a:cubicBezTo>
                    <a:pt x="227" y="3679"/>
                    <a:pt x="1" y="3965"/>
                    <a:pt x="1" y="4286"/>
                  </a:cubicBezTo>
                  <a:lnTo>
                    <a:pt x="1" y="5917"/>
                  </a:lnTo>
                  <a:cubicBezTo>
                    <a:pt x="1" y="6001"/>
                    <a:pt x="72" y="6096"/>
                    <a:pt x="179" y="6096"/>
                  </a:cubicBezTo>
                  <a:cubicBezTo>
                    <a:pt x="287" y="6096"/>
                    <a:pt x="358" y="6013"/>
                    <a:pt x="358" y="5917"/>
                  </a:cubicBezTo>
                  <a:lnTo>
                    <a:pt x="358" y="4310"/>
                  </a:lnTo>
                  <a:cubicBezTo>
                    <a:pt x="358" y="4143"/>
                    <a:pt x="477" y="3977"/>
                    <a:pt x="644" y="3929"/>
                  </a:cubicBezTo>
                  <a:lnTo>
                    <a:pt x="1263" y="3751"/>
                  </a:lnTo>
                  <a:cubicBezTo>
                    <a:pt x="1322" y="3739"/>
                    <a:pt x="1370" y="3715"/>
                    <a:pt x="1418" y="3679"/>
                  </a:cubicBezTo>
                  <a:lnTo>
                    <a:pt x="1513" y="3786"/>
                  </a:lnTo>
                  <a:cubicBezTo>
                    <a:pt x="1668" y="3929"/>
                    <a:pt x="1846" y="3989"/>
                    <a:pt x="2037" y="3989"/>
                  </a:cubicBezTo>
                  <a:cubicBezTo>
                    <a:pt x="2227" y="3989"/>
                    <a:pt x="2406" y="3917"/>
                    <a:pt x="2561" y="3786"/>
                  </a:cubicBezTo>
                  <a:lnTo>
                    <a:pt x="2727" y="3620"/>
                  </a:lnTo>
                  <a:cubicBezTo>
                    <a:pt x="2799" y="3655"/>
                    <a:pt x="2870" y="3679"/>
                    <a:pt x="2966" y="3679"/>
                  </a:cubicBezTo>
                  <a:lnTo>
                    <a:pt x="3001" y="3679"/>
                  </a:lnTo>
                  <a:cubicBezTo>
                    <a:pt x="3144" y="3679"/>
                    <a:pt x="3275" y="3620"/>
                    <a:pt x="3382" y="3524"/>
                  </a:cubicBezTo>
                  <a:lnTo>
                    <a:pt x="5823" y="1226"/>
                  </a:lnTo>
                  <a:lnTo>
                    <a:pt x="6061" y="1465"/>
                  </a:lnTo>
                  <a:lnTo>
                    <a:pt x="3239" y="4274"/>
                  </a:lnTo>
                  <a:cubicBezTo>
                    <a:pt x="3061" y="4453"/>
                    <a:pt x="2977" y="4679"/>
                    <a:pt x="2977" y="4917"/>
                  </a:cubicBezTo>
                  <a:lnTo>
                    <a:pt x="2977" y="5906"/>
                  </a:lnTo>
                  <a:cubicBezTo>
                    <a:pt x="2977" y="6001"/>
                    <a:pt x="3049" y="6096"/>
                    <a:pt x="3156" y="6096"/>
                  </a:cubicBezTo>
                  <a:cubicBezTo>
                    <a:pt x="3239" y="6096"/>
                    <a:pt x="3335" y="6013"/>
                    <a:pt x="3335" y="5906"/>
                  </a:cubicBezTo>
                  <a:lnTo>
                    <a:pt x="3335" y="4917"/>
                  </a:lnTo>
                  <a:cubicBezTo>
                    <a:pt x="3335" y="4763"/>
                    <a:pt x="3394" y="4620"/>
                    <a:pt x="3501" y="4513"/>
                  </a:cubicBezTo>
                  <a:lnTo>
                    <a:pt x="6656" y="1357"/>
                  </a:lnTo>
                  <a:cubicBezTo>
                    <a:pt x="6787" y="1226"/>
                    <a:pt x="6847" y="1024"/>
                    <a:pt x="6799" y="834"/>
                  </a:cubicBezTo>
                  <a:lnTo>
                    <a:pt x="6704" y="405"/>
                  </a:lnTo>
                  <a:lnTo>
                    <a:pt x="6823" y="298"/>
                  </a:lnTo>
                  <a:cubicBezTo>
                    <a:pt x="6895" y="238"/>
                    <a:pt x="6895" y="119"/>
                    <a:pt x="6823" y="60"/>
                  </a:cubicBezTo>
                  <a:cubicBezTo>
                    <a:pt x="6793" y="24"/>
                    <a:pt x="6749" y="6"/>
                    <a:pt x="6704" y="6"/>
                  </a:cubicBezTo>
                  <a:cubicBezTo>
                    <a:pt x="6659" y="6"/>
                    <a:pt x="6615" y="24"/>
                    <a:pt x="6585" y="60"/>
                  </a:cubicBezTo>
                  <a:lnTo>
                    <a:pt x="3156" y="3274"/>
                  </a:lnTo>
                  <a:cubicBezTo>
                    <a:pt x="3132" y="3310"/>
                    <a:pt x="3073" y="3334"/>
                    <a:pt x="3025" y="3334"/>
                  </a:cubicBezTo>
                  <a:lnTo>
                    <a:pt x="2977" y="3334"/>
                  </a:lnTo>
                  <a:cubicBezTo>
                    <a:pt x="2870" y="3334"/>
                    <a:pt x="2787" y="3250"/>
                    <a:pt x="2787" y="3143"/>
                  </a:cubicBezTo>
                  <a:lnTo>
                    <a:pt x="2787" y="3084"/>
                  </a:lnTo>
                  <a:cubicBezTo>
                    <a:pt x="2846" y="3036"/>
                    <a:pt x="2906" y="3000"/>
                    <a:pt x="2942" y="2953"/>
                  </a:cubicBezTo>
                  <a:cubicBezTo>
                    <a:pt x="3204" y="2715"/>
                    <a:pt x="3335" y="2381"/>
                    <a:pt x="3335" y="2024"/>
                  </a:cubicBezTo>
                  <a:lnTo>
                    <a:pt x="3335" y="1703"/>
                  </a:lnTo>
                  <a:lnTo>
                    <a:pt x="3406" y="1572"/>
                  </a:lnTo>
                  <a:cubicBezTo>
                    <a:pt x="3477" y="1417"/>
                    <a:pt x="3525" y="1238"/>
                    <a:pt x="3525" y="1072"/>
                  </a:cubicBezTo>
                  <a:lnTo>
                    <a:pt x="3525" y="179"/>
                  </a:lnTo>
                  <a:cubicBezTo>
                    <a:pt x="3525" y="95"/>
                    <a:pt x="3454" y="0"/>
                    <a:pt x="3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10851;p59"/>
            <p:cNvSpPr/>
            <p:nvPr/>
          </p:nvSpPr>
          <p:spPr>
            <a:xfrm>
              <a:off x="1008115" y="2908813"/>
              <a:ext cx="223620" cy="188355"/>
            </a:xfrm>
            <a:custGeom>
              <a:avLst/>
              <a:gdLst/>
              <a:ahLst/>
              <a:cxnLst/>
              <a:rect l="l" t="t" r="r" b="b"/>
              <a:pathLst>
                <a:path w="7026" h="5918" extrusionOk="0">
                  <a:moveTo>
                    <a:pt x="560" y="0"/>
                  </a:moveTo>
                  <a:cubicBezTo>
                    <a:pt x="263" y="0"/>
                    <a:pt x="1" y="238"/>
                    <a:pt x="1" y="548"/>
                  </a:cubicBezTo>
                  <a:lnTo>
                    <a:pt x="1" y="5251"/>
                  </a:lnTo>
                  <a:cubicBezTo>
                    <a:pt x="1" y="5334"/>
                    <a:pt x="84" y="5429"/>
                    <a:pt x="179" y="5429"/>
                  </a:cubicBezTo>
                  <a:cubicBezTo>
                    <a:pt x="287" y="5429"/>
                    <a:pt x="358" y="5358"/>
                    <a:pt x="358" y="5251"/>
                  </a:cubicBezTo>
                  <a:lnTo>
                    <a:pt x="358" y="548"/>
                  </a:lnTo>
                  <a:cubicBezTo>
                    <a:pt x="358" y="441"/>
                    <a:pt x="453" y="357"/>
                    <a:pt x="560" y="357"/>
                  </a:cubicBezTo>
                  <a:lnTo>
                    <a:pt x="6478" y="357"/>
                  </a:lnTo>
                  <a:cubicBezTo>
                    <a:pt x="6585" y="357"/>
                    <a:pt x="6668" y="441"/>
                    <a:pt x="6668" y="548"/>
                  </a:cubicBezTo>
                  <a:lnTo>
                    <a:pt x="6668" y="5370"/>
                  </a:lnTo>
                  <a:cubicBezTo>
                    <a:pt x="6668" y="5477"/>
                    <a:pt x="6585" y="5560"/>
                    <a:pt x="6478" y="5560"/>
                  </a:cubicBezTo>
                  <a:lnTo>
                    <a:pt x="2525" y="5560"/>
                  </a:lnTo>
                  <a:cubicBezTo>
                    <a:pt x="2430" y="5560"/>
                    <a:pt x="2346" y="5632"/>
                    <a:pt x="2346" y="5739"/>
                  </a:cubicBezTo>
                  <a:cubicBezTo>
                    <a:pt x="2346" y="5846"/>
                    <a:pt x="2418" y="5917"/>
                    <a:pt x="2525" y="5917"/>
                  </a:cubicBezTo>
                  <a:lnTo>
                    <a:pt x="6478" y="5917"/>
                  </a:lnTo>
                  <a:cubicBezTo>
                    <a:pt x="6775" y="5917"/>
                    <a:pt x="7025" y="5679"/>
                    <a:pt x="7025" y="5370"/>
                  </a:cubicBezTo>
                  <a:lnTo>
                    <a:pt x="7025" y="548"/>
                  </a:lnTo>
                  <a:cubicBezTo>
                    <a:pt x="7025" y="226"/>
                    <a:pt x="6787" y="0"/>
                    <a:pt x="649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10852;p59"/>
            <p:cNvSpPr/>
            <p:nvPr/>
          </p:nvSpPr>
          <p:spPr>
            <a:xfrm>
              <a:off x="1037301" y="2944046"/>
              <a:ext cx="165248" cy="105763"/>
            </a:xfrm>
            <a:custGeom>
              <a:avLst/>
              <a:gdLst/>
              <a:ahLst/>
              <a:cxnLst/>
              <a:rect l="l" t="t" r="r" b="b"/>
              <a:pathLst>
                <a:path w="5192" h="3323" extrusionOk="0">
                  <a:moveTo>
                    <a:pt x="4084" y="0"/>
                  </a:moveTo>
                  <a:cubicBezTo>
                    <a:pt x="4001" y="0"/>
                    <a:pt x="3906" y="84"/>
                    <a:pt x="3906" y="179"/>
                  </a:cubicBezTo>
                  <a:cubicBezTo>
                    <a:pt x="3906" y="286"/>
                    <a:pt x="3989" y="358"/>
                    <a:pt x="4084" y="358"/>
                  </a:cubicBezTo>
                  <a:lnTo>
                    <a:pt x="4596" y="358"/>
                  </a:lnTo>
                  <a:lnTo>
                    <a:pt x="2691" y="2263"/>
                  </a:lnTo>
                  <a:lnTo>
                    <a:pt x="1882" y="1465"/>
                  </a:lnTo>
                  <a:cubicBezTo>
                    <a:pt x="1846" y="1429"/>
                    <a:pt x="1801" y="1411"/>
                    <a:pt x="1758" y="1411"/>
                  </a:cubicBezTo>
                  <a:cubicBezTo>
                    <a:pt x="1715" y="1411"/>
                    <a:pt x="1673" y="1429"/>
                    <a:pt x="1644" y="1465"/>
                  </a:cubicBezTo>
                  <a:lnTo>
                    <a:pt x="72" y="3036"/>
                  </a:lnTo>
                  <a:cubicBezTo>
                    <a:pt x="1" y="3120"/>
                    <a:pt x="1" y="3215"/>
                    <a:pt x="72" y="3275"/>
                  </a:cubicBezTo>
                  <a:cubicBezTo>
                    <a:pt x="96" y="3310"/>
                    <a:pt x="143" y="3322"/>
                    <a:pt x="191" y="3322"/>
                  </a:cubicBezTo>
                  <a:cubicBezTo>
                    <a:pt x="239" y="3322"/>
                    <a:pt x="274" y="3310"/>
                    <a:pt x="310" y="3275"/>
                  </a:cubicBezTo>
                  <a:lnTo>
                    <a:pt x="1763" y="1822"/>
                  </a:lnTo>
                  <a:lnTo>
                    <a:pt x="2572" y="2620"/>
                  </a:lnTo>
                  <a:cubicBezTo>
                    <a:pt x="2608" y="2661"/>
                    <a:pt x="2653" y="2682"/>
                    <a:pt x="2696" y="2682"/>
                  </a:cubicBezTo>
                  <a:cubicBezTo>
                    <a:pt x="2739" y="2682"/>
                    <a:pt x="2781" y="2661"/>
                    <a:pt x="2810" y="2620"/>
                  </a:cubicBezTo>
                  <a:lnTo>
                    <a:pt x="4835" y="596"/>
                  </a:lnTo>
                  <a:lnTo>
                    <a:pt x="4835" y="1108"/>
                  </a:lnTo>
                  <a:cubicBezTo>
                    <a:pt x="4835" y="1191"/>
                    <a:pt x="4906" y="1286"/>
                    <a:pt x="5013" y="1286"/>
                  </a:cubicBezTo>
                  <a:cubicBezTo>
                    <a:pt x="5120" y="1286"/>
                    <a:pt x="5192" y="1215"/>
                    <a:pt x="5192" y="1108"/>
                  </a:cubicBezTo>
                  <a:lnTo>
                    <a:pt x="5192" y="179"/>
                  </a:lnTo>
                  <a:cubicBezTo>
                    <a:pt x="5192" y="84"/>
                    <a:pt x="5120" y="0"/>
                    <a:pt x="50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6" name="Google Shape;10333;p58"/>
          <p:cNvGrpSpPr/>
          <p:nvPr/>
        </p:nvGrpSpPr>
        <p:grpSpPr>
          <a:xfrm>
            <a:off x="5938210" y="2774479"/>
            <a:ext cx="379489" cy="366046"/>
            <a:chOff x="1284212" y="1963766"/>
            <a:chExt cx="379489" cy="366046"/>
          </a:xfrm>
        </p:grpSpPr>
        <p:sp>
          <p:nvSpPr>
            <p:cNvPr id="55" name="Google Shape;10334;p58"/>
            <p:cNvSpPr/>
            <p:nvPr/>
          </p:nvSpPr>
          <p:spPr>
            <a:xfrm>
              <a:off x="1436861" y="2112975"/>
              <a:ext cx="69444" cy="68902"/>
            </a:xfrm>
            <a:custGeom>
              <a:avLst/>
              <a:gdLst/>
              <a:ahLst/>
              <a:cxnLst/>
              <a:rect l="l" t="t" r="r" b="b"/>
              <a:pathLst>
                <a:path w="2180" h="2163" extrusionOk="0">
                  <a:moveTo>
                    <a:pt x="1086" y="1"/>
                  </a:moveTo>
                  <a:cubicBezTo>
                    <a:pt x="526" y="1"/>
                    <a:pt x="0" y="443"/>
                    <a:pt x="0" y="1079"/>
                  </a:cubicBezTo>
                  <a:cubicBezTo>
                    <a:pt x="0" y="1675"/>
                    <a:pt x="501" y="2163"/>
                    <a:pt x="1096" y="2163"/>
                  </a:cubicBezTo>
                  <a:cubicBezTo>
                    <a:pt x="1703" y="2163"/>
                    <a:pt x="2179" y="1675"/>
                    <a:pt x="2179" y="1079"/>
                  </a:cubicBezTo>
                  <a:cubicBezTo>
                    <a:pt x="2144" y="1020"/>
                    <a:pt x="2144" y="960"/>
                    <a:pt x="2132" y="889"/>
                  </a:cubicBezTo>
                  <a:cubicBezTo>
                    <a:pt x="2121" y="802"/>
                    <a:pt x="2040" y="744"/>
                    <a:pt x="1963" y="744"/>
                  </a:cubicBezTo>
                  <a:cubicBezTo>
                    <a:pt x="1955" y="744"/>
                    <a:pt x="1948" y="745"/>
                    <a:pt x="1941" y="746"/>
                  </a:cubicBezTo>
                  <a:cubicBezTo>
                    <a:pt x="1846" y="770"/>
                    <a:pt x="1786" y="853"/>
                    <a:pt x="1810" y="948"/>
                  </a:cubicBezTo>
                  <a:cubicBezTo>
                    <a:pt x="1883" y="1428"/>
                    <a:pt x="1488" y="1811"/>
                    <a:pt x="1059" y="1811"/>
                  </a:cubicBezTo>
                  <a:cubicBezTo>
                    <a:pt x="923" y="1811"/>
                    <a:pt x="784" y="1772"/>
                    <a:pt x="655" y="1687"/>
                  </a:cubicBezTo>
                  <a:cubicBezTo>
                    <a:pt x="48" y="1282"/>
                    <a:pt x="346" y="329"/>
                    <a:pt x="1072" y="329"/>
                  </a:cubicBezTo>
                  <a:cubicBezTo>
                    <a:pt x="1239" y="329"/>
                    <a:pt x="1405" y="389"/>
                    <a:pt x="1536" y="496"/>
                  </a:cubicBezTo>
                  <a:cubicBezTo>
                    <a:pt x="1567" y="522"/>
                    <a:pt x="1605" y="534"/>
                    <a:pt x="1642" y="534"/>
                  </a:cubicBezTo>
                  <a:cubicBezTo>
                    <a:pt x="1692" y="534"/>
                    <a:pt x="1741" y="513"/>
                    <a:pt x="1774" y="472"/>
                  </a:cubicBezTo>
                  <a:cubicBezTo>
                    <a:pt x="1834" y="389"/>
                    <a:pt x="1822" y="294"/>
                    <a:pt x="1751" y="234"/>
                  </a:cubicBezTo>
                  <a:cubicBezTo>
                    <a:pt x="1545" y="73"/>
                    <a:pt x="1313" y="1"/>
                    <a:pt x="108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tx2"/>
                </a:solidFill>
              </a:endParaRPr>
            </a:p>
          </p:txBody>
        </p:sp>
        <p:sp>
          <p:nvSpPr>
            <p:cNvPr id="56" name="Google Shape;10335;p58"/>
            <p:cNvSpPr/>
            <p:nvPr/>
          </p:nvSpPr>
          <p:spPr>
            <a:xfrm>
              <a:off x="1284212" y="1963766"/>
              <a:ext cx="379489" cy="366046"/>
            </a:xfrm>
            <a:custGeom>
              <a:avLst/>
              <a:gdLst/>
              <a:ahLst/>
              <a:cxnLst/>
              <a:rect l="l" t="t" r="r" b="b"/>
              <a:pathLst>
                <a:path w="11913" h="11491" extrusionOk="0">
                  <a:moveTo>
                    <a:pt x="1031" y="2185"/>
                  </a:moveTo>
                  <a:cubicBezTo>
                    <a:pt x="1151" y="2185"/>
                    <a:pt x="1275" y="2224"/>
                    <a:pt x="1387" y="2311"/>
                  </a:cubicBezTo>
                  <a:cubicBezTo>
                    <a:pt x="1625" y="2489"/>
                    <a:pt x="1673" y="2834"/>
                    <a:pt x="1506" y="3084"/>
                  </a:cubicBezTo>
                  <a:cubicBezTo>
                    <a:pt x="1389" y="3256"/>
                    <a:pt x="1207" y="3337"/>
                    <a:pt x="1026" y="3337"/>
                  </a:cubicBezTo>
                  <a:cubicBezTo>
                    <a:pt x="767" y="3337"/>
                    <a:pt x="510" y="3171"/>
                    <a:pt x="447" y="2870"/>
                  </a:cubicBezTo>
                  <a:cubicBezTo>
                    <a:pt x="376" y="2492"/>
                    <a:pt x="689" y="2185"/>
                    <a:pt x="1031" y="2185"/>
                  </a:cubicBezTo>
                  <a:close/>
                  <a:moveTo>
                    <a:pt x="4269" y="3025"/>
                  </a:moveTo>
                  <a:cubicBezTo>
                    <a:pt x="4364" y="3073"/>
                    <a:pt x="5435" y="3680"/>
                    <a:pt x="5519" y="3739"/>
                  </a:cubicBezTo>
                  <a:lnTo>
                    <a:pt x="4269" y="4454"/>
                  </a:lnTo>
                  <a:lnTo>
                    <a:pt x="4269" y="3025"/>
                  </a:lnTo>
                  <a:close/>
                  <a:moveTo>
                    <a:pt x="7448" y="3025"/>
                  </a:moveTo>
                  <a:lnTo>
                    <a:pt x="7448" y="4454"/>
                  </a:lnTo>
                  <a:lnTo>
                    <a:pt x="6197" y="3739"/>
                  </a:lnTo>
                  <a:lnTo>
                    <a:pt x="7448" y="3025"/>
                  </a:lnTo>
                  <a:close/>
                  <a:moveTo>
                    <a:pt x="2550" y="2268"/>
                  </a:moveTo>
                  <a:cubicBezTo>
                    <a:pt x="2817" y="2268"/>
                    <a:pt x="3085" y="2336"/>
                    <a:pt x="3328" y="2477"/>
                  </a:cubicBezTo>
                  <a:cubicBezTo>
                    <a:pt x="3697" y="2692"/>
                    <a:pt x="3566" y="2608"/>
                    <a:pt x="3935" y="2811"/>
                  </a:cubicBezTo>
                  <a:lnTo>
                    <a:pt x="3935" y="4644"/>
                  </a:lnTo>
                  <a:lnTo>
                    <a:pt x="2328" y="5573"/>
                  </a:lnTo>
                  <a:lnTo>
                    <a:pt x="1744" y="5240"/>
                  </a:lnTo>
                  <a:cubicBezTo>
                    <a:pt x="1375" y="5037"/>
                    <a:pt x="1125" y="4692"/>
                    <a:pt x="1006" y="4275"/>
                  </a:cubicBezTo>
                  <a:cubicBezTo>
                    <a:pt x="947" y="4085"/>
                    <a:pt x="923" y="3870"/>
                    <a:pt x="959" y="3680"/>
                  </a:cubicBezTo>
                  <a:lnTo>
                    <a:pt x="959" y="3680"/>
                  </a:lnTo>
                  <a:cubicBezTo>
                    <a:pt x="981" y="3681"/>
                    <a:pt x="1003" y="3682"/>
                    <a:pt x="1025" y="3682"/>
                  </a:cubicBezTo>
                  <a:cubicBezTo>
                    <a:pt x="1659" y="3682"/>
                    <a:pt x="2129" y="3028"/>
                    <a:pt x="1875" y="2418"/>
                  </a:cubicBezTo>
                  <a:cubicBezTo>
                    <a:pt x="2090" y="2319"/>
                    <a:pt x="2320" y="2268"/>
                    <a:pt x="2550" y="2268"/>
                  </a:cubicBezTo>
                  <a:close/>
                  <a:moveTo>
                    <a:pt x="9186" y="2275"/>
                  </a:moveTo>
                  <a:cubicBezTo>
                    <a:pt x="10067" y="2275"/>
                    <a:pt x="10781" y="2977"/>
                    <a:pt x="10781" y="3858"/>
                  </a:cubicBezTo>
                  <a:cubicBezTo>
                    <a:pt x="10781" y="4418"/>
                    <a:pt x="10460" y="4954"/>
                    <a:pt x="9972" y="5240"/>
                  </a:cubicBezTo>
                  <a:lnTo>
                    <a:pt x="9400" y="5573"/>
                  </a:lnTo>
                  <a:cubicBezTo>
                    <a:pt x="9186" y="5454"/>
                    <a:pt x="7983" y="4751"/>
                    <a:pt x="7793" y="4644"/>
                  </a:cubicBezTo>
                  <a:lnTo>
                    <a:pt x="7793" y="2834"/>
                  </a:lnTo>
                  <a:cubicBezTo>
                    <a:pt x="8245" y="2596"/>
                    <a:pt x="8567" y="2275"/>
                    <a:pt x="9186" y="2275"/>
                  </a:cubicBezTo>
                  <a:close/>
                  <a:moveTo>
                    <a:pt x="3935" y="5013"/>
                  </a:moveTo>
                  <a:lnTo>
                    <a:pt x="3935" y="6478"/>
                  </a:lnTo>
                  <a:lnTo>
                    <a:pt x="2673" y="5751"/>
                  </a:lnTo>
                  <a:lnTo>
                    <a:pt x="3935" y="5013"/>
                  </a:lnTo>
                  <a:close/>
                  <a:moveTo>
                    <a:pt x="7793" y="5037"/>
                  </a:moveTo>
                  <a:cubicBezTo>
                    <a:pt x="7948" y="5120"/>
                    <a:pt x="8900" y="5668"/>
                    <a:pt x="9055" y="5763"/>
                  </a:cubicBezTo>
                  <a:lnTo>
                    <a:pt x="7793" y="6490"/>
                  </a:lnTo>
                  <a:lnTo>
                    <a:pt x="7793" y="5037"/>
                  </a:lnTo>
                  <a:close/>
                  <a:moveTo>
                    <a:pt x="5852" y="3918"/>
                  </a:moveTo>
                  <a:lnTo>
                    <a:pt x="7448" y="4823"/>
                  </a:lnTo>
                  <a:lnTo>
                    <a:pt x="7448" y="6668"/>
                  </a:lnTo>
                  <a:lnTo>
                    <a:pt x="5852" y="7573"/>
                  </a:lnTo>
                  <a:lnTo>
                    <a:pt x="4257" y="6668"/>
                  </a:lnTo>
                  <a:lnTo>
                    <a:pt x="4257" y="4823"/>
                  </a:lnTo>
                  <a:lnTo>
                    <a:pt x="5852" y="3918"/>
                  </a:lnTo>
                  <a:close/>
                  <a:moveTo>
                    <a:pt x="7448" y="7061"/>
                  </a:moveTo>
                  <a:lnTo>
                    <a:pt x="7448" y="8490"/>
                  </a:lnTo>
                  <a:cubicBezTo>
                    <a:pt x="7352" y="8442"/>
                    <a:pt x="6281" y="7835"/>
                    <a:pt x="6197" y="7776"/>
                  </a:cubicBezTo>
                  <a:lnTo>
                    <a:pt x="7448" y="7061"/>
                  </a:lnTo>
                  <a:close/>
                  <a:moveTo>
                    <a:pt x="4269" y="7073"/>
                  </a:moveTo>
                  <a:lnTo>
                    <a:pt x="5519" y="7787"/>
                  </a:lnTo>
                  <a:lnTo>
                    <a:pt x="4269" y="8502"/>
                  </a:lnTo>
                  <a:lnTo>
                    <a:pt x="4269" y="7073"/>
                  </a:lnTo>
                  <a:close/>
                  <a:moveTo>
                    <a:pt x="9376" y="5954"/>
                  </a:moveTo>
                  <a:lnTo>
                    <a:pt x="9960" y="6287"/>
                  </a:lnTo>
                  <a:cubicBezTo>
                    <a:pt x="10329" y="6490"/>
                    <a:pt x="10579" y="6835"/>
                    <a:pt x="10710" y="7252"/>
                  </a:cubicBezTo>
                  <a:cubicBezTo>
                    <a:pt x="10746" y="7430"/>
                    <a:pt x="10757" y="7609"/>
                    <a:pt x="10757" y="7787"/>
                  </a:cubicBezTo>
                  <a:cubicBezTo>
                    <a:pt x="10736" y="7786"/>
                    <a:pt x="10714" y="7785"/>
                    <a:pt x="10693" y="7785"/>
                  </a:cubicBezTo>
                  <a:cubicBezTo>
                    <a:pt x="10049" y="7785"/>
                    <a:pt x="9612" y="8474"/>
                    <a:pt x="9888" y="9085"/>
                  </a:cubicBezTo>
                  <a:cubicBezTo>
                    <a:pt x="9662" y="9190"/>
                    <a:pt x="9412" y="9249"/>
                    <a:pt x="9161" y="9249"/>
                  </a:cubicBezTo>
                  <a:cubicBezTo>
                    <a:pt x="8898" y="9249"/>
                    <a:pt x="8632" y="9184"/>
                    <a:pt x="8388" y="9038"/>
                  </a:cubicBezTo>
                  <a:cubicBezTo>
                    <a:pt x="8007" y="8811"/>
                    <a:pt x="8138" y="8907"/>
                    <a:pt x="7769" y="8692"/>
                  </a:cubicBezTo>
                  <a:lnTo>
                    <a:pt x="7769" y="6883"/>
                  </a:lnTo>
                  <a:lnTo>
                    <a:pt x="9376" y="5954"/>
                  </a:lnTo>
                  <a:close/>
                  <a:moveTo>
                    <a:pt x="10731" y="8111"/>
                  </a:moveTo>
                  <a:cubicBezTo>
                    <a:pt x="10841" y="8111"/>
                    <a:pt x="10950" y="8142"/>
                    <a:pt x="11043" y="8204"/>
                  </a:cubicBezTo>
                  <a:cubicBezTo>
                    <a:pt x="11484" y="8502"/>
                    <a:pt x="11329" y="9157"/>
                    <a:pt x="10841" y="9264"/>
                  </a:cubicBezTo>
                  <a:cubicBezTo>
                    <a:pt x="10802" y="9271"/>
                    <a:pt x="10764" y="9275"/>
                    <a:pt x="10726" y="9275"/>
                  </a:cubicBezTo>
                  <a:cubicBezTo>
                    <a:pt x="10276" y="9275"/>
                    <a:pt x="9982" y="8767"/>
                    <a:pt x="10246" y="8371"/>
                  </a:cubicBezTo>
                  <a:cubicBezTo>
                    <a:pt x="10358" y="8199"/>
                    <a:pt x="10545" y="8111"/>
                    <a:pt x="10731" y="8111"/>
                  </a:cubicBezTo>
                  <a:close/>
                  <a:moveTo>
                    <a:pt x="5852" y="7978"/>
                  </a:moveTo>
                  <a:cubicBezTo>
                    <a:pt x="6043" y="8097"/>
                    <a:pt x="7233" y="8764"/>
                    <a:pt x="7448" y="8883"/>
                  </a:cubicBezTo>
                  <a:lnTo>
                    <a:pt x="7448" y="9585"/>
                  </a:lnTo>
                  <a:cubicBezTo>
                    <a:pt x="7448" y="10466"/>
                    <a:pt x="6733" y="11181"/>
                    <a:pt x="5852" y="11181"/>
                  </a:cubicBezTo>
                  <a:cubicBezTo>
                    <a:pt x="4971" y="11181"/>
                    <a:pt x="4257" y="10466"/>
                    <a:pt x="4257" y="9585"/>
                  </a:cubicBezTo>
                  <a:lnTo>
                    <a:pt x="4257" y="8883"/>
                  </a:lnTo>
                  <a:lnTo>
                    <a:pt x="5852" y="7978"/>
                  </a:lnTo>
                  <a:close/>
                  <a:moveTo>
                    <a:pt x="5852" y="1"/>
                  </a:moveTo>
                  <a:cubicBezTo>
                    <a:pt x="4792" y="1"/>
                    <a:pt x="3935" y="870"/>
                    <a:pt x="3935" y="1918"/>
                  </a:cubicBezTo>
                  <a:lnTo>
                    <a:pt x="3935" y="2430"/>
                  </a:lnTo>
                  <a:cubicBezTo>
                    <a:pt x="3649" y="2263"/>
                    <a:pt x="3757" y="2322"/>
                    <a:pt x="3483" y="2180"/>
                  </a:cubicBezTo>
                  <a:cubicBezTo>
                    <a:pt x="3183" y="2005"/>
                    <a:pt x="2854" y="1922"/>
                    <a:pt x="2529" y="1922"/>
                  </a:cubicBezTo>
                  <a:cubicBezTo>
                    <a:pt x="2235" y="1922"/>
                    <a:pt x="1945" y="1990"/>
                    <a:pt x="1685" y="2120"/>
                  </a:cubicBezTo>
                  <a:cubicBezTo>
                    <a:pt x="1491" y="1915"/>
                    <a:pt x="1256" y="1827"/>
                    <a:pt x="1027" y="1827"/>
                  </a:cubicBezTo>
                  <a:cubicBezTo>
                    <a:pt x="497" y="1827"/>
                    <a:pt x="0" y="2303"/>
                    <a:pt x="125" y="2918"/>
                  </a:cubicBezTo>
                  <a:cubicBezTo>
                    <a:pt x="185" y="3215"/>
                    <a:pt x="375" y="3454"/>
                    <a:pt x="625" y="3573"/>
                  </a:cubicBezTo>
                  <a:cubicBezTo>
                    <a:pt x="530" y="4335"/>
                    <a:pt x="887" y="5109"/>
                    <a:pt x="1578" y="5501"/>
                  </a:cubicBezTo>
                  <a:cubicBezTo>
                    <a:pt x="1816" y="5644"/>
                    <a:pt x="1744" y="5597"/>
                    <a:pt x="1983" y="5728"/>
                  </a:cubicBezTo>
                  <a:lnTo>
                    <a:pt x="1578" y="5954"/>
                  </a:lnTo>
                  <a:cubicBezTo>
                    <a:pt x="982" y="6299"/>
                    <a:pt x="613" y="6942"/>
                    <a:pt x="613" y="7633"/>
                  </a:cubicBezTo>
                  <a:cubicBezTo>
                    <a:pt x="613" y="8633"/>
                    <a:pt x="1375" y="9466"/>
                    <a:pt x="2375" y="9538"/>
                  </a:cubicBezTo>
                  <a:lnTo>
                    <a:pt x="2387" y="9538"/>
                  </a:lnTo>
                  <a:cubicBezTo>
                    <a:pt x="2471" y="9538"/>
                    <a:pt x="2554" y="9478"/>
                    <a:pt x="2554" y="9395"/>
                  </a:cubicBezTo>
                  <a:cubicBezTo>
                    <a:pt x="2566" y="9300"/>
                    <a:pt x="2495" y="9216"/>
                    <a:pt x="2399" y="9216"/>
                  </a:cubicBezTo>
                  <a:cubicBezTo>
                    <a:pt x="1578" y="9145"/>
                    <a:pt x="959" y="8454"/>
                    <a:pt x="959" y="7633"/>
                  </a:cubicBezTo>
                  <a:cubicBezTo>
                    <a:pt x="959" y="7073"/>
                    <a:pt x="1268" y="6537"/>
                    <a:pt x="1756" y="6252"/>
                  </a:cubicBezTo>
                  <a:lnTo>
                    <a:pt x="2340" y="5918"/>
                  </a:lnTo>
                  <a:lnTo>
                    <a:pt x="3947" y="6847"/>
                  </a:lnTo>
                  <a:lnTo>
                    <a:pt x="3947" y="8657"/>
                  </a:lnTo>
                  <a:cubicBezTo>
                    <a:pt x="3411" y="8954"/>
                    <a:pt x="3280" y="9061"/>
                    <a:pt x="3030" y="9157"/>
                  </a:cubicBezTo>
                  <a:cubicBezTo>
                    <a:pt x="2935" y="9180"/>
                    <a:pt x="2887" y="9276"/>
                    <a:pt x="2911" y="9359"/>
                  </a:cubicBezTo>
                  <a:cubicBezTo>
                    <a:pt x="2932" y="9443"/>
                    <a:pt x="3008" y="9480"/>
                    <a:pt x="3082" y="9480"/>
                  </a:cubicBezTo>
                  <a:cubicBezTo>
                    <a:pt x="3093" y="9480"/>
                    <a:pt x="3103" y="9480"/>
                    <a:pt x="3114" y="9478"/>
                  </a:cubicBezTo>
                  <a:cubicBezTo>
                    <a:pt x="3423" y="9395"/>
                    <a:pt x="3578" y="9252"/>
                    <a:pt x="3947" y="9061"/>
                  </a:cubicBezTo>
                  <a:lnTo>
                    <a:pt x="3947" y="9573"/>
                  </a:lnTo>
                  <a:cubicBezTo>
                    <a:pt x="3947" y="10621"/>
                    <a:pt x="4816" y="11490"/>
                    <a:pt x="5864" y="11490"/>
                  </a:cubicBezTo>
                  <a:cubicBezTo>
                    <a:pt x="6924" y="11490"/>
                    <a:pt x="7793" y="10621"/>
                    <a:pt x="7793" y="9573"/>
                  </a:cubicBezTo>
                  <a:lnTo>
                    <a:pt x="7793" y="9085"/>
                  </a:lnTo>
                  <a:cubicBezTo>
                    <a:pt x="8269" y="9347"/>
                    <a:pt x="8591" y="9585"/>
                    <a:pt x="9186" y="9585"/>
                  </a:cubicBezTo>
                  <a:cubicBezTo>
                    <a:pt x="9495" y="9585"/>
                    <a:pt x="9829" y="9514"/>
                    <a:pt x="10115" y="9359"/>
                  </a:cubicBezTo>
                  <a:cubicBezTo>
                    <a:pt x="10277" y="9521"/>
                    <a:pt x="10500" y="9615"/>
                    <a:pt x="10736" y="9615"/>
                  </a:cubicBezTo>
                  <a:cubicBezTo>
                    <a:pt x="10794" y="9615"/>
                    <a:pt x="10853" y="9609"/>
                    <a:pt x="10912" y="9597"/>
                  </a:cubicBezTo>
                  <a:cubicBezTo>
                    <a:pt x="11781" y="9419"/>
                    <a:pt x="11912" y="8216"/>
                    <a:pt x="11091" y="7847"/>
                  </a:cubicBezTo>
                  <a:cubicBezTo>
                    <a:pt x="11162" y="7121"/>
                    <a:pt x="10805" y="6371"/>
                    <a:pt x="10138" y="5990"/>
                  </a:cubicBezTo>
                  <a:cubicBezTo>
                    <a:pt x="9900" y="5847"/>
                    <a:pt x="9972" y="5894"/>
                    <a:pt x="9734" y="5763"/>
                  </a:cubicBezTo>
                  <a:lnTo>
                    <a:pt x="10138" y="5537"/>
                  </a:lnTo>
                  <a:cubicBezTo>
                    <a:pt x="11067" y="5013"/>
                    <a:pt x="11377" y="3823"/>
                    <a:pt x="10853" y="2906"/>
                  </a:cubicBezTo>
                  <a:cubicBezTo>
                    <a:pt x="10507" y="2311"/>
                    <a:pt x="9876" y="1941"/>
                    <a:pt x="9174" y="1941"/>
                  </a:cubicBezTo>
                  <a:cubicBezTo>
                    <a:pt x="8471" y="1941"/>
                    <a:pt x="8067" y="2311"/>
                    <a:pt x="7769" y="2442"/>
                  </a:cubicBezTo>
                  <a:cubicBezTo>
                    <a:pt x="7757" y="2025"/>
                    <a:pt x="7805" y="1834"/>
                    <a:pt x="7733" y="1525"/>
                  </a:cubicBezTo>
                  <a:cubicBezTo>
                    <a:pt x="7711" y="1438"/>
                    <a:pt x="7640" y="1380"/>
                    <a:pt x="7546" y="1380"/>
                  </a:cubicBezTo>
                  <a:cubicBezTo>
                    <a:pt x="7537" y="1380"/>
                    <a:pt x="7528" y="1381"/>
                    <a:pt x="7519" y="1382"/>
                  </a:cubicBezTo>
                  <a:cubicBezTo>
                    <a:pt x="7436" y="1406"/>
                    <a:pt x="7376" y="1489"/>
                    <a:pt x="7388" y="1596"/>
                  </a:cubicBezTo>
                  <a:cubicBezTo>
                    <a:pt x="7448" y="1858"/>
                    <a:pt x="7412" y="2013"/>
                    <a:pt x="7436" y="2632"/>
                  </a:cubicBezTo>
                  <a:lnTo>
                    <a:pt x="5840" y="3549"/>
                  </a:lnTo>
                  <a:lnTo>
                    <a:pt x="4245" y="2632"/>
                  </a:lnTo>
                  <a:lnTo>
                    <a:pt x="4245" y="1941"/>
                  </a:lnTo>
                  <a:cubicBezTo>
                    <a:pt x="4245" y="1060"/>
                    <a:pt x="4959" y="346"/>
                    <a:pt x="5840" y="346"/>
                  </a:cubicBezTo>
                  <a:cubicBezTo>
                    <a:pt x="6364" y="346"/>
                    <a:pt x="6840" y="596"/>
                    <a:pt x="7150" y="1025"/>
                  </a:cubicBezTo>
                  <a:cubicBezTo>
                    <a:pt x="7186" y="1076"/>
                    <a:pt x="7241" y="1100"/>
                    <a:pt x="7294" y="1100"/>
                  </a:cubicBezTo>
                  <a:cubicBezTo>
                    <a:pt x="7328" y="1100"/>
                    <a:pt x="7360" y="1091"/>
                    <a:pt x="7388" y="1072"/>
                  </a:cubicBezTo>
                  <a:cubicBezTo>
                    <a:pt x="7459" y="1013"/>
                    <a:pt x="7471" y="906"/>
                    <a:pt x="7436" y="834"/>
                  </a:cubicBezTo>
                  <a:cubicBezTo>
                    <a:pt x="7078" y="310"/>
                    <a:pt x="6483" y="1"/>
                    <a:pt x="58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accent4"/>
                </a:solidFill>
              </a:endParaRPr>
            </a:p>
          </p:txBody>
        </p:sp>
      </p:grpSp>
      <p:pic>
        <p:nvPicPr>
          <p:cNvPr id="48" name="Picture 4" descr="The Learning Gate | Tec de Monterrey"/>
          <p:cNvPicPr>
            <a:picLocks noChangeAspect="1" noChangeArrowheads="1"/>
          </p:cNvPicPr>
          <p:nvPr/>
        </p:nvPicPr>
        <p:blipFill>
          <a:blip r:embed="rId4">
            <a:lum bright="100000" contrast="100000"/>
          </a:blip>
          <a:srcRect/>
          <a:stretch>
            <a:fillRect/>
          </a:stretch>
        </p:blipFill>
        <p:spPr bwMode="auto">
          <a:xfrm>
            <a:off x="6033052" y="308116"/>
            <a:ext cx="2818846" cy="494885"/>
          </a:xfrm>
          <a:prstGeom prst="rect">
            <a:avLst/>
          </a:prstGeom>
          <a:noFill/>
        </p:spPr>
      </p:pic>
      <p:cxnSp>
        <p:nvCxnSpPr>
          <p:cNvPr id="54" name="Google Shape;258;p31"/>
          <p:cNvCxnSpPr/>
          <p:nvPr/>
        </p:nvCxnSpPr>
        <p:spPr>
          <a:xfrm>
            <a:off x="1029794" y="473489"/>
            <a:ext cx="0" cy="726300"/>
          </a:xfrm>
          <a:prstGeom prst="straightConnector1">
            <a:avLst/>
          </a:prstGeom>
          <a:noFill/>
          <a:ln w="19050" cap="flat" cmpd="sng">
            <a:solidFill>
              <a:srgbClr val="F3F3F3"/>
            </a:solidFill>
            <a:prstDash val="solid"/>
            <a:round/>
            <a:headEnd type="oval" w="med" len="med"/>
            <a:tailEnd type="oval" w="med" len="med"/>
          </a:ln>
        </p:spPr>
      </p:cxnSp>
      <p:grpSp>
        <p:nvGrpSpPr>
          <p:cNvPr id="57" name="Google Shape;260;p31"/>
          <p:cNvGrpSpPr/>
          <p:nvPr/>
        </p:nvGrpSpPr>
        <p:grpSpPr>
          <a:xfrm>
            <a:off x="501355" y="604619"/>
            <a:ext cx="379958" cy="379958"/>
            <a:chOff x="1190625" y="238125"/>
            <a:chExt cx="5219200" cy="5219200"/>
          </a:xfrm>
        </p:grpSpPr>
        <p:sp>
          <p:nvSpPr>
            <p:cNvPr id="58" name="Google Shape;261;p31"/>
            <p:cNvSpPr/>
            <p:nvPr/>
          </p:nvSpPr>
          <p:spPr>
            <a:xfrm>
              <a:off x="2188775"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262;p31"/>
            <p:cNvSpPr/>
            <p:nvPr/>
          </p:nvSpPr>
          <p:spPr>
            <a:xfrm>
              <a:off x="5258300" y="12362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263;p31"/>
            <p:cNvSpPr/>
            <p:nvPr/>
          </p:nvSpPr>
          <p:spPr>
            <a:xfrm>
              <a:off x="2188775"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264;p31"/>
            <p:cNvSpPr/>
            <p:nvPr/>
          </p:nvSpPr>
          <p:spPr>
            <a:xfrm>
              <a:off x="5258300" y="43058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265;p31"/>
            <p:cNvSpPr/>
            <p:nvPr/>
          </p:nvSpPr>
          <p:spPr>
            <a:xfrm>
              <a:off x="2188775" y="1236275"/>
              <a:ext cx="3222875" cy="3222875"/>
            </a:xfrm>
            <a:custGeom>
              <a:avLst/>
              <a:gdLst/>
              <a:ahLst/>
              <a:cxnLst/>
              <a:rect l="l" t="t" r="r" b="b"/>
              <a:pathLst>
                <a:path w="128915" h="128915" extrusionOk="0">
                  <a:moveTo>
                    <a:pt x="110517" y="6133"/>
                  </a:moveTo>
                  <a:lnTo>
                    <a:pt x="110517" y="18398"/>
                  </a:lnTo>
                  <a:lnTo>
                    <a:pt x="122782" y="18398"/>
                  </a:lnTo>
                  <a:lnTo>
                    <a:pt x="122782" y="110517"/>
                  </a:lnTo>
                  <a:lnTo>
                    <a:pt x="110517" y="110517"/>
                  </a:lnTo>
                  <a:lnTo>
                    <a:pt x="110517" y="122782"/>
                  </a:lnTo>
                  <a:lnTo>
                    <a:pt x="18398" y="122782"/>
                  </a:lnTo>
                  <a:lnTo>
                    <a:pt x="18398" y="110517"/>
                  </a:lnTo>
                  <a:lnTo>
                    <a:pt x="6133" y="110517"/>
                  </a:lnTo>
                  <a:lnTo>
                    <a:pt x="6133" y="18398"/>
                  </a:lnTo>
                  <a:lnTo>
                    <a:pt x="18398" y="18398"/>
                  </a:lnTo>
                  <a:lnTo>
                    <a:pt x="18398" y="6133"/>
                  </a:lnTo>
                  <a:close/>
                  <a:moveTo>
                    <a:pt x="12266" y="1"/>
                  </a:moveTo>
                  <a:lnTo>
                    <a:pt x="12266" y="12266"/>
                  </a:lnTo>
                  <a:lnTo>
                    <a:pt x="1" y="12266"/>
                  </a:lnTo>
                  <a:lnTo>
                    <a:pt x="1" y="116649"/>
                  </a:lnTo>
                  <a:lnTo>
                    <a:pt x="12266" y="116649"/>
                  </a:lnTo>
                  <a:lnTo>
                    <a:pt x="12266" y="128914"/>
                  </a:lnTo>
                  <a:lnTo>
                    <a:pt x="116649" y="128914"/>
                  </a:lnTo>
                  <a:lnTo>
                    <a:pt x="116649" y="116649"/>
                  </a:lnTo>
                  <a:lnTo>
                    <a:pt x="128914" y="116649"/>
                  </a:lnTo>
                  <a:lnTo>
                    <a:pt x="128914" y="12266"/>
                  </a:lnTo>
                  <a:lnTo>
                    <a:pt x="116649" y="12266"/>
                  </a:lnTo>
                  <a:lnTo>
                    <a:pt x="116649"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266;p31"/>
            <p:cNvSpPr/>
            <p:nvPr/>
          </p:nvSpPr>
          <p:spPr>
            <a:xfrm>
              <a:off x="2495400"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 name="Google Shape;267;p31"/>
            <p:cNvSpPr/>
            <p:nvPr/>
          </p:nvSpPr>
          <p:spPr>
            <a:xfrm>
              <a:off x="2802025"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268;p31"/>
            <p:cNvSpPr/>
            <p:nvPr/>
          </p:nvSpPr>
          <p:spPr>
            <a:xfrm>
              <a:off x="31094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269;p31"/>
            <p:cNvSpPr/>
            <p:nvPr/>
          </p:nvSpPr>
          <p:spPr>
            <a:xfrm>
              <a:off x="3416100" y="1849525"/>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270;p31"/>
            <p:cNvSpPr/>
            <p:nvPr/>
          </p:nvSpPr>
          <p:spPr>
            <a:xfrm>
              <a:off x="3723550"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271;p31"/>
            <p:cNvSpPr/>
            <p:nvPr/>
          </p:nvSpPr>
          <p:spPr>
            <a:xfrm>
              <a:off x="4030175" y="1849525"/>
              <a:ext cx="154150" cy="154150"/>
            </a:xfrm>
            <a:custGeom>
              <a:avLst/>
              <a:gdLst/>
              <a:ahLst/>
              <a:cxnLst/>
              <a:rect l="l" t="t" r="r" b="b"/>
              <a:pathLst>
                <a:path w="6166" h="6166" extrusionOk="0">
                  <a:moveTo>
                    <a:pt x="0" y="1"/>
                  </a:moveTo>
                  <a:lnTo>
                    <a:pt x="0"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272;p31"/>
            <p:cNvSpPr/>
            <p:nvPr/>
          </p:nvSpPr>
          <p:spPr>
            <a:xfrm>
              <a:off x="4337625" y="1849525"/>
              <a:ext cx="153325" cy="154150"/>
            </a:xfrm>
            <a:custGeom>
              <a:avLst/>
              <a:gdLst/>
              <a:ahLst/>
              <a:cxnLst/>
              <a:rect l="l" t="t" r="r" b="b"/>
              <a:pathLst>
                <a:path w="6133" h="6166" extrusionOk="0">
                  <a:moveTo>
                    <a:pt x="0" y="1"/>
                  </a:moveTo>
                  <a:lnTo>
                    <a:pt x="0"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 name="Google Shape;273;p31"/>
            <p:cNvSpPr/>
            <p:nvPr/>
          </p:nvSpPr>
          <p:spPr>
            <a:xfrm>
              <a:off x="4644250" y="1849525"/>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274;p31"/>
            <p:cNvSpPr/>
            <p:nvPr/>
          </p:nvSpPr>
          <p:spPr>
            <a:xfrm>
              <a:off x="2802025"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275;p31"/>
            <p:cNvSpPr/>
            <p:nvPr/>
          </p:nvSpPr>
          <p:spPr>
            <a:xfrm>
              <a:off x="3109475" y="1542900"/>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276;p31"/>
            <p:cNvSpPr/>
            <p:nvPr/>
          </p:nvSpPr>
          <p:spPr>
            <a:xfrm>
              <a:off x="3416100" y="1542900"/>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277;p31"/>
            <p:cNvSpPr/>
            <p:nvPr/>
          </p:nvSpPr>
          <p:spPr>
            <a:xfrm>
              <a:off x="3723550"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278;p31"/>
            <p:cNvSpPr/>
            <p:nvPr/>
          </p:nvSpPr>
          <p:spPr>
            <a:xfrm>
              <a:off x="4030175" y="1542900"/>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279;p31"/>
            <p:cNvSpPr/>
            <p:nvPr/>
          </p:nvSpPr>
          <p:spPr>
            <a:xfrm>
              <a:off x="4337625" y="1542900"/>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280;p31"/>
            <p:cNvSpPr/>
            <p:nvPr/>
          </p:nvSpPr>
          <p:spPr>
            <a:xfrm>
              <a:off x="4644250" y="1542900"/>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281;p31"/>
            <p:cNvSpPr/>
            <p:nvPr/>
          </p:nvSpPr>
          <p:spPr>
            <a:xfrm>
              <a:off x="4951675" y="1849525"/>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282;p31"/>
            <p:cNvSpPr/>
            <p:nvPr/>
          </p:nvSpPr>
          <p:spPr>
            <a:xfrm>
              <a:off x="2495400"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 name="Google Shape;283;p31"/>
            <p:cNvSpPr/>
            <p:nvPr/>
          </p:nvSpPr>
          <p:spPr>
            <a:xfrm>
              <a:off x="2802025" y="21569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 name="Google Shape;284;p31"/>
            <p:cNvSpPr/>
            <p:nvPr/>
          </p:nvSpPr>
          <p:spPr>
            <a:xfrm>
              <a:off x="4644250" y="2771050"/>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Google Shape;285;p31"/>
            <p:cNvSpPr/>
            <p:nvPr/>
          </p:nvSpPr>
          <p:spPr>
            <a:xfrm>
              <a:off x="4644250" y="2463600"/>
              <a:ext cx="154150" cy="154150"/>
            </a:xfrm>
            <a:custGeom>
              <a:avLst/>
              <a:gdLst/>
              <a:ahLst/>
              <a:cxnLst/>
              <a:rect l="l" t="t" r="r" b="b"/>
              <a:pathLst>
                <a:path w="6166" h="6166" extrusionOk="0">
                  <a:moveTo>
                    <a:pt x="0" y="1"/>
                  </a:moveTo>
                  <a:lnTo>
                    <a:pt x="0" y="6166"/>
                  </a:lnTo>
                  <a:lnTo>
                    <a:pt x="6165" y="6166"/>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286;p31"/>
            <p:cNvSpPr/>
            <p:nvPr/>
          </p:nvSpPr>
          <p:spPr>
            <a:xfrm>
              <a:off x="4644250" y="3077675"/>
              <a:ext cx="154150" cy="154150"/>
            </a:xfrm>
            <a:custGeom>
              <a:avLst/>
              <a:gdLst/>
              <a:ahLst/>
              <a:cxnLst/>
              <a:rect l="l" t="t" r="r" b="b"/>
              <a:pathLst>
                <a:path w="6166" h="6166" extrusionOk="0">
                  <a:moveTo>
                    <a:pt x="0" y="0"/>
                  </a:moveTo>
                  <a:lnTo>
                    <a:pt x="0" y="6166"/>
                  </a:lnTo>
                  <a:lnTo>
                    <a:pt x="6165" y="6166"/>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 name="Google Shape;287;p31"/>
            <p:cNvSpPr/>
            <p:nvPr/>
          </p:nvSpPr>
          <p:spPr>
            <a:xfrm>
              <a:off x="4644250" y="3385125"/>
              <a:ext cx="154150" cy="153325"/>
            </a:xfrm>
            <a:custGeom>
              <a:avLst/>
              <a:gdLst/>
              <a:ahLst/>
              <a:cxnLst/>
              <a:rect l="l" t="t" r="r" b="b"/>
              <a:pathLst>
                <a:path w="6166" h="6133" extrusionOk="0">
                  <a:moveTo>
                    <a:pt x="0" y="0"/>
                  </a:moveTo>
                  <a:lnTo>
                    <a:pt x="0" y="6133"/>
                  </a:lnTo>
                  <a:lnTo>
                    <a:pt x="6165" y="6133"/>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 name="Google Shape;288;p31"/>
            <p:cNvSpPr/>
            <p:nvPr/>
          </p:nvSpPr>
          <p:spPr>
            <a:xfrm>
              <a:off x="4951675"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 name="Google Shape;289;p31"/>
            <p:cNvSpPr/>
            <p:nvPr/>
          </p:nvSpPr>
          <p:spPr>
            <a:xfrm>
              <a:off x="4951675"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290;p31"/>
            <p:cNvSpPr/>
            <p:nvPr/>
          </p:nvSpPr>
          <p:spPr>
            <a:xfrm>
              <a:off x="4951675"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 name="Google Shape;291;p31"/>
            <p:cNvSpPr/>
            <p:nvPr/>
          </p:nvSpPr>
          <p:spPr>
            <a:xfrm>
              <a:off x="4951675"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 name="Google Shape;292;p31"/>
            <p:cNvSpPr/>
            <p:nvPr/>
          </p:nvSpPr>
          <p:spPr>
            <a:xfrm>
              <a:off x="4644250" y="21569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293;p31"/>
            <p:cNvSpPr/>
            <p:nvPr/>
          </p:nvSpPr>
          <p:spPr>
            <a:xfrm>
              <a:off x="4951675" y="21569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294;p31"/>
            <p:cNvSpPr/>
            <p:nvPr/>
          </p:nvSpPr>
          <p:spPr>
            <a:xfrm>
              <a:off x="2495400"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 name="Google Shape;295;p31"/>
            <p:cNvSpPr/>
            <p:nvPr/>
          </p:nvSpPr>
          <p:spPr>
            <a:xfrm>
              <a:off x="2802025"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 name="Google Shape;296;p31"/>
            <p:cNvSpPr/>
            <p:nvPr/>
          </p:nvSpPr>
          <p:spPr>
            <a:xfrm>
              <a:off x="31094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 name="Google Shape;297;p31"/>
            <p:cNvSpPr/>
            <p:nvPr/>
          </p:nvSpPr>
          <p:spPr>
            <a:xfrm>
              <a:off x="3416100" y="3691750"/>
              <a:ext cx="154150" cy="154150"/>
            </a:xfrm>
            <a:custGeom>
              <a:avLst/>
              <a:gdLst/>
              <a:ahLst/>
              <a:cxnLst/>
              <a:rect l="l" t="t" r="r" b="b"/>
              <a:pathLst>
                <a:path w="6166" h="6166" extrusionOk="0">
                  <a:moveTo>
                    <a:pt x="1" y="0"/>
                  </a:moveTo>
                  <a:lnTo>
                    <a:pt x="1"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 name="Google Shape;298;p31"/>
            <p:cNvSpPr/>
            <p:nvPr/>
          </p:nvSpPr>
          <p:spPr>
            <a:xfrm>
              <a:off x="3723550"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299;p31"/>
            <p:cNvSpPr/>
            <p:nvPr/>
          </p:nvSpPr>
          <p:spPr>
            <a:xfrm>
              <a:off x="4030175" y="3691750"/>
              <a:ext cx="154150" cy="154150"/>
            </a:xfrm>
            <a:custGeom>
              <a:avLst/>
              <a:gdLst/>
              <a:ahLst/>
              <a:cxnLst/>
              <a:rect l="l" t="t" r="r" b="b"/>
              <a:pathLst>
                <a:path w="6166" h="6166" extrusionOk="0">
                  <a:moveTo>
                    <a:pt x="0" y="0"/>
                  </a:moveTo>
                  <a:lnTo>
                    <a:pt x="0" y="6165"/>
                  </a:lnTo>
                  <a:lnTo>
                    <a:pt x="6166" y="6165"/>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 name="Google Shape;300;p31"/>
            <p:cNvSpPr/>
            <p:nvPr/>
          </p:nvSpPr>
          <p:spPr>
            <a:xfrm>
              <a:off x="2495400" y="3385125"/>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 name="Google Shape;301;p31"/>
            <p:cNvSpPr/>
            <p:nvPr/>
          </p:nvSpPr>
          <p:spPr>
            <a:xfrm>
              <a:off x="2802025" y="3385125"/>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302;p31"/>
            <p:cNvSpPr/>
            <p:nvPr/>
          </p:nvSpPr>
          <p:spPr>
            <a:xfrm>
              <a:off x="4337625" y="3691750"/>
              <a:ext cx="153325" cy="154150"/>
            </a:xfrm>
            <a:custGeom>
              <a:avLst/>
              <a:gdLst/>
              <a:ahLst/>
              <a:cxnLst/>
              <a:rect l="l" t="t" r="r" b="b"/>
              <a:pathLst>
                <a:path w="6133" h="6166" extrusionOk="0">
                  <a:moveTo>
                    <a:pt x="0" y="0"/>
                  </a:moveTo>
                  <a:lnTo>
                    <a:pt x="0"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 name="Google Shape;303;p31"/>
            <p:cNvSpPr/>
            <p:nvPr/>
          </p:nvSpPr>
          <p:spPr>
            <a:xfrm>
              <a:off x="4644250" y="3691750"/>
              <a:ext cx="154150" cy="154150"/>
            </a:xfrm>
            <a:custGeom>
              <a:avLst/>
              <a:gdLst/>
              <a:ahLst/>
              <a:cxnLst/>
              <a:rect l="l" t="t" r="r" b="b"/>
              <a:pathLst>
                <a:path w="6166" h="6166" extrusionOk="0">
                  <a:moveTo>
                    <a:pt x="0" y="0"/>
                  </a:moveTo>
                  <a:lnTo>
                    <a:pt x="0" y="6165"/>
                  </a:lnTo>
                  <a:lnTo>
                    <a:pt x="6165" y="6165"/>
                  </a:lnTo>
                  <a:lnTo>
                    <a:pt x="6165"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 name="Google Shape;304;p31"/>
            <p:cNvSpPr/>
            <p:nvPr/>
          </p:nvSpPr>
          <p:spPr>
            <a:xfrm>
              <a:off x="2802025"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 name="Google Shape;305;p31"/>
            <p:cNvSpPr/>
            <p:nvPr/>
          </p:nvSpPr>
          <p:spPr>
            <a:xfrm>
              <a:off x="3109475" y="3999175"/>
              <a:ext cx="153350" cy="153350"/>
            </a:xfrm>
            <a:custGeom>
              <a:avLst/>
              <a:gdLst/>
              <a:ahLst/>
              <a:cxnLst/>
              <a:rect l="l" t="t" r="r" b="b"/>
              <a:pathLst>
                <a:path w="6134" h="6134" extrusionOk="0">
                  <a:moveTo>
                    <a:pt x="1" y="1"/>
                  </a:moveTo>
                  <a:lnTo>
                    <a:pt x="1"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 name="Google Shape;306;p31"/>
            <p:cNvSpPr/>
            <p:nvPr/>
          </p:nvSpPr>
          <p:spPr>
            <a:xfrm>
              <a:off x="2802025" y="2771050"/>
              <a:ext cx="154150" cy="153325"/>
            </a:xfrm>
            <a:custGeom>
              <a:avLst/>
              <a:gdLst/>
              <a:ahLst/>
              <a:cxnLst/>
              <a:rect l="l" t="t" r="r" b="b"/>
              <a:pathLst>
                <a:path w="6166" h="6133" extrusionOk="0">
                  <a:moveTo>
                    <a:pt x="1" y="0"/>
                  </a:moveTo>
                  <a:lnTo>
                    <a:pt x="1" y="6133"/>
                  </a:lnTo>
                  <a:lnTo>
                    <a:pt x="6166" y="6133"/>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 name="Google Shape;307;p31"/>
            <p:cNvSpPr/>
            <p:nvPr/>
          </p:nvSpPr>
          <p:spPr>
            <a:xfrm>
              <a:off x="2802025" y="2463600"/>
              <a:ext cx="154150" cy="154150"/>
            </a:xfrm>
            <a:custGeom>
              <a:avLst/>
              <a:gdLst/>
              <a:ahLst/>
              <a:cxnLst/>
              <a:rect l="l" t="t" r="r" b="b"/>
              <a:pathLst>
                <a:path w="6166" h="6166" extrusionOk="0">
                  <a:moveTo>
                    <a:pt x="1" y="1"/>
                  </a:moveTo>
                  <a:lnTo>
                    <a:pt x="1" y="6166"/>
                  </a:lnTo>
                  <a:lnTo>
                    <a:pt x="6166" y="6166"/>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 name="Google Shape;308;p31"/>
            <p:cNvSpPr/>
            <p:nvPr/>
          </p:nvSpPr>
          <p:spPr>
            <a:xfrm>
              <a:off x="2802025" y="3077675"/>
              <a:ext cx="154150" cy="154150"/>
            </a:xfrm>
            <a:custGeom>
              <a:avLst/>
              <a:gdLst/>
              <a:ahLst/>
              <a:cxnLst/>
              <a:rect l="l" t="t" r="r" b="b"/>
              <a:pathLst>
                <a:path w="6166" h="6166" extrusionOk="0">
                  <a:moveTo>
                    <a:pt x="1" y="0"/>
                  </a:moveTo>
                  <a:lnTo>
                    <a:pt x="1" y="6166"/>
                  </a:lnTo>
                  <a:lnTo>
                    <a:pt x="6166" y="6166"/>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 name="Google Shape;309;p31"/>
            <p:cNvSpPr/>
            <p:nvPr/>
          </p:nvSpPr>
          <p:spPr>
            <a:xfrm>
              <a:off x="2495400" y="2771050"/>
              <a:ext cx="153350" cy="153325"/>
            </a:xfrm>
            <a:custGeom>
              <a:avLst/>
              <a:gdLst/>
              <a:ahLst/>
              <a:cxnLst/>
              <a:rect l="l" t="t" r="r" b="b"/>
              <a:pathLst>
                <a:path w="6134" h="6133" extrusionOk="0">
                  <a:moveTo>
                    <a:pt x="1" y="0"/>
                  </a:moveTo>
                  <a:lnTo>
                    <a:pt x="1" y="6133"/>
                  </a:lnTo>
                  <a:lnTo>
                    <a:pt x="6133" y="6133"/>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 name="Google Shape;310;p31"/>
            <p:cNvSpPr/>
            <p:nvPr/>
          </p:nvSpPr>
          <p:spPr>
            <a:xfrm>
              <a:off x="2495400" y="2463600"/>
              <a:ext cx="153350" cy="154150"/>
            </a:xfrm>
            <a:custGeom>
              <a:avLst/>
              <a:gdLst/>
              <a:ahLst/>
              <a:cxnLst/>
              <a:rect l="l" t="t" r="r" b="b"/>
              <a:pathLst>
                <a:path w="6134" h="6166" extrusionOk="0">
                  <a:moveTo>
                    <a:pt x="1" y="1"/>
                  </a:moveTo>
                  <a:lnTo>
                    <a:pt x="1" y="6166"/>
                  </a:lnTo>
                  <a:lnTo>
                    <a:pt x="6133" y="6166"/>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 name="Google Shape;311;p31"/>
            <p:cNvSpPr/>
            <p:nvPr/>
          </p:nvSpPr>
          <p:spPr>
            <a:xfrm>
              <a:off x="2495400" y="3077675"/>
              <a:ext cx="153350" cy="154150"/>
            </a:xfrm>
            <a:custGeom>
              <a:avLst/>
              <a:gdLst/>
              <a:ahLst/>
              <a:cxnLst/>
              <a:rect l="l" t="t" r="r" b="b"/>
              <a:pathLst>
                <a:path w="6134" h="6166" extrusionOk="0">
                  <a:moveTo>
                    <a:pt x="1" y="0"/>
                  </a:moveTo>
                  <a:lnTo>
                    <a:pt x="1" y="6166"/>
                  </a:lnTo>
                  <a:lnTo>
                    <a:pt x="6133" y="6166"/>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 name="Google Shape;312;p31"/>
            <p:cNvSpPr/>
            <p:nvPr/>
          </p:nvSpPr>
          <p:spPr>
            <a:xfrm>
              <a:off x="3416100" y="3999175"/>
              <a:ext cx="154150" cy="153350"/>
            </a:xfrm>
            <a:custGeom>
              <a:avLst/>
              <a:gdLst/>
              <a:ahLst/>
              <a:cxnLst/>
              <a:rect l="l" t="t" r="r" b="b"/>
              <a:pathLst>
                <a:path w="6166" h="6134" extrusionOk="0">
                  <a:moveTo>
                    <a:pt x="1" y="1"/>
                  </a:moveTo>
                  <a:lnTo>
                    <a:pt x="1"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 name="Google Shape;313;p31"/>
            <p:cNvSpPr/>
            <p:nvPr/>
          </p:nvSpPr>
          <p:spPr>
            <a:xfrm>
              <a:off x="3723550"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 name="Google Shape;314;p31"/>
            <p:cNvSpPr/>
            <p:nvPr/>
          </p:nvSpPr>
          <p:spPr>
            <a:xfrm>
              <a:off x="4030175" y="3999175"/>
              <a:ext cx="154150" cy="153350"/>
            </a:xfrm>
            <a:custGeom>
              <a:avLst/>
              <a:gdLst/>
              <a:ahLst/>
              <a:cxnLst/>
              <a:rect l="l" t="t" r="r" b="b"/>
              <a:pathLst>
                <a:path w="6166" h="6134" extrusionOk="0">
                  <a:moveTo>
                    <a:pt x="0" y="1"/>
                  </a:moveTo>
                  <a:lnTo>
                    <a:pt x="0" y="6133"/>
                  </a:lnTo>
                  <a:lnTo>
                    <a:pt x="6166" y="6133"/>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 name="Google Shape;315;p31"/>
            <p:cNvSpPr/>
            <p:nvPr/>
          </p:nvSpPr>
          <p:spPr>
            <a:xfrm>
              <a:off x="4337625" y="3999175"/>
              <a:ext cx="153325" cy="153350"/>
            </a:xfrm>
            <a:custGeom>
              <a:avLst/>
              <a:gdLst/>
              <a:ahLst/>
              <a:cxnLst/>
              <a:rect l="l" t="t" r="r" b="b"/>
              <a:pathLst>
                <a:path w="6133" h="6134" extrusionOk="0">
                  <a:moveTo>
                    <a:pt x="0" y="1"/>
                  </a:moveTo>
                  <a:lnTo>
                    <a:pt x="0" y="6133"/>
                  </a:lnTo>
                  <a:lnTo>
                    <a:pt x="6133" y="6133"/>
                  </a:lnTo>
                  <a:lnTo>
                    <a:pt x="6133"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 name="Google Shape;316;p31"/>
            <p:cNvSpPr/>
            <p:nvPr/>
          </p:nvSpPr>
          <p:spPr>
            <a:xfrm>
              <a:off x="4644250" y="3999175"/>
              <a:ext cx="154150" cy="153350"/>
            </a:xfrm>
            <a:custGeom>
              <a:avLst/>
              <a:gdLst/>
              <a:ahLst/>
              <a:cxnLst/>
              <a:rect l="l" t="t" r="r" b="b"/>
              <a:pathLst>
                <a:path w="6166" h="6134" extrusionOk="0">
                  <a:moveTo>
                    <a:pt x="0" y="1"/>
                  </a:moveTo>
                  <a:lnTo>
                    <a:pt x="0" y="6133"/>
                  </a:lnTo>
                  <a:lnTo>
                    <a:pt x="6165" y="6133"/>
                  </a:lnTo>
                  <a:lnTo>
                    <a:pt x="6165"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 name="Google Shape;317;p31"/>
            <p:cNvSpPr/>
            <p:nvPr/>
          </p:nvSpPr>
          <p:spPr>
            <a:xfrm>
              <a:off x="4951675" y="3691750"/>
              <a:ext cx="153350" cy="154150"/>
            </a:xfrm>
            <a:custGeom>
              <a:avLst/>
              <a:gdLst/>
              <a:ahLst/>
              <a:cxnLst/>
              <a:rect l="l" t="t" r="r" b="b"/>
              <a:pathLst>
                <a:path w="6134" h="6166" extrusionOk="0">
                  <a:moveTo>
                    <a:pt x="1" y="0"/>
                  </a:moveTo>
                  <a:lnTo>
                    <a:pt x="1" y="6165"/>
                  </a:lnTo>
                  <a:lnTo>
                    <a:pt x="6133" y="6165"/>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 name="Google Shape;318;p31"/>
            <p:cNvSpPr/>
            <p:nvPr/>
          </p:nvSpPr>
          <p:spPr>
            <a:xfrm>
              <a:off x="1728025" y="775525"/>
              <a:ext cx="4144375" cy="4144375"/>
            </a:xfrm>
            <a:custGeom>
              <a:avLst/>
              <a:gdLst/>
              <a:ahLst/>
              <a:cxnLst/>
              <a:rect l="l" t="t" r="r" b="b"/>
              <a:pathLst>
                <a:path w="165775" h="165775" extrusionOk="0">
                  <a:moveTo>
                    <a:pt x="154097" y="12298"/>
                  </a:moveTo>
                  <a:lnTo>
                    <a:pt x="154097" y="154292"/>
                  </a:lnTo>
                  <a:lnTo>
                    <a:pt x="12102" y="154292"/>
                  </a:lnTo>
                  <a:lnTo>
                    <a:pt x="12102" y="12298"/>
                  </a:lnTo>
                  <a:close/>
                  <a:moveTo>
                    <a:pt x="14810" y="0"/>
                  </a:moveTo>
                  <a:lnTo>
                    <a:pt x="14810" y="6166"/>
                  </a:lnTo>
                  <a:lnTo>
                    <a:pt x="5970" y="6166"/>
                  </a:lnTo>
                  <a:lnTo>
                    <a:pt x="5970" y="19181"/>
                  </a:lnTo>
                  <a:lnTo>
                    <a:pt x="0" y="19181"/>
                  </a:lnTo>
                  <a:lnTo>
                    <a:pt x="0" y="25314"/>
                  </a:lnTo>
                  <a:lnTo>
                    <a:pt x="5970" y="25314"/>
                  </a:lnTo>
                  <a:lnTo>
                    <a:pt x="5970" y="37579"/>
                  </a:lnTo>
                  <a:lnTo>
                    <a:pt x="0" y="37579"/>
                  </a:lnTo>
                  <a:lnTo>
                    <a:pt x="0" y="43711"/>
                  </a:lnTo>
                  <a:lnTo>
                    <a:pt x="5970" y="43711"/>
                  </a:lnTo>
                  <a:lnTo>
                    <a:pt x="5970" y="55944"/>
                  </a:lnTo>
                  <a:lnTo>
                    <a:pt x="0" y="55944"/>
                  </a:lnTo>
                  <a:lnTo>
                    <a:pt x="0" y="62109"/>
                  </a:lnTo>
                  <a:lnTo>
                    <a:pt x="5970" y="62109"/>
                  </a:lnTo>
                  <a:lnTo>
                    <a:pt x="5970" y="74341"/>
                  </a:lnTo>
                  <a:lnTo>
                    <a:pt x="0" y="74341"/>
                  </a:lnTo>
                  <a:lnTo>
                    <a:pt x="0" y="80474"/>
                  </a:lnTo>
                  <a:lnTo>
                    <a:pt x="5970" y="80474"/>
                  </a:lnTo>
                  <a:lnTo>
                    <a:pt x="5970" y="92739"/>
                  </a:lnTo>
                  <a:lnTo>
                    <a:pt x="0" y="92739"/>
                  </a:lnTo>
                  <a:lnTo>
                    <a:pt x="0" y="98871"/>
                  </a:lnTo>
                  <a:lnTo>
                    <a:pt x="5970" y="98871"/>
                  </a:lnTo>
                  <a:lnTo>
                    <a:pt x="5970" y="111136"/>
                  </a:lnTo>
                  <a:lnTo>
                    <a:pt x="0" y="111136"/>
                  </a:lnTo>
                  <a:lnTo>
                    <a:pt x="0" y="117269"/>
                  </a:lnTo>
                  <a:lnTo>
                    <a:pt x="5970" y="117269"/>
                  </a:lnTo>
                  <a:lnTo>
                    <a:pt x="5970" y="129501"/>
                  </a:lnTo>
                  <a:lnTo>
                    <a:pt x="0" y="129501"/>
                  </a:lnTo>
                  <a:lnTo>
                    <a:pt x="0" y="135634"/>
                  </a:lnTo>
                  <a:lnTo>
                    <a:pt x="5970" y="135634"/>
                  </a:lnTo>
                  <a:lnTo>
                    <a:pt x="5970" y="147899"/>
                  </a:lnTo>
                  <a:lnTo>
                    <a:pt x="0" y="147899"/>
                  </a:lnTo>
                  <a:lnTo>
                    <a:pt x="0" y="154031"/>
                  </a:lnTo>
                  <a:lnTo>
                    <a:pt x="5970" y="154031"/>
                  </a:lnTo>
                  <a:lnTo>
                    <a:pt x="5970" y="160425"/>
                  </a:lnTo>
                  <a:lnTo>
                    <a:pt x="15332" y="160425"/>
                  </a:lnTo>
                  <a:lnTo>
                    <a:pt x="15332" y="165775"/>
                  </a:lnTo>
                  <a:lnTo>
                    <a:pt x="21497" y="165775"/>
                  </a:lnTo>
                  <a:lnTo>
                    <a:pt x="21497" y="160425"/>
                  </a:lnTo>
                  <a:lnTo>
                    <a:pt x="33729" y="160425"/>
                  </a:lnTo>
                  <a:lnTo>
                    <a:pt x="33729" y="165775"/>
                  </a:lnTo>
                  <a:lnTo>
                    <a:pt x="39862" y="165775"/>
                  </a:lnTo>
                  <a:lnTo>
                    <a:pt x="39862" y="160425"/>
                  </a:lnTo>
                  <a:lnTo>
                    <a:pt x="52127" y="160425"/>
                  </a:lnTo>
                  <a:lnTo>
                    <a:pt x="52127" y="165775"/>
                  </a:lnTo>
                  <a:lnTo>
                    <a:pt x="58260" y="165775"/>
                  </a:lnTo>
                  <a:lnTo>
                    <a:pt x="58260" y="160425"/>
                  </a:lnTo>
                  <a:lnTo>
                    <a:pt x="70492" y="160425"/>
                  </a:lnTo>
                  <a:lnTo>
                    <a:pt x="70492" y="165775"/>
                  </a:lnTo>
                  <a:lnTo>
                    <a:pt x="76657" y="165775"/>
                  </a:lnTo>
                  <a:lnTo>
                    <a:pt x="76657" y="160425"/>
                  </a:lnTo>
                  <a:lnTo>
                    <a:pt x="88890" y="160425"/>
                  </a:lnTo>
                  <a:lnTo>
                    <a:pt x="88890" y="165775"/>
                  </a:lnTo>
                  <a:lnTo>
                    <a:pt x="95022" y="165775"/>
                  </a:lnTo>
                  <a:lnTo>
                    <a:pt x="95022" y="160425"/>
                  </a:lnTo>
                  <a:lnTo>
                    <a:pt x="107287" y="160425"/>
                  </a:lnTo>
                  <a:lnTo>
                    <a:pt x="107287" y="165775"/>
                  </a:lnTo>
                  <a:lnTo>
                    <a:pt x="113420" y="165775"/>
                  </a:lnTo>
                  <a:lnTo>
                    <a:pt x="113420" y="160425"/>
                  </a:lnTo>
                  <a:lnTo>
                    <a:pt x="125685" y="160425"/>
                  </a:lnTo>
                  <a:lnTo>
                    <a:pt x="125685" y="165775"/>
                  </a:lnTo>
                  <a:lnTo>
                    <a:pt x="131817" y="165775"/>
                  </a:lnTo>
                  <a:lnTo>
                    <a:pt x="131817" y="160425"/>
                  </a:lnTo>
                  <a:lnTo>
                    <a:pt x="144050" y="160425"/>
                  </a:lnTo>
                  <a:lnTo>
                    <a:pt x="144050" y="165775"/>
                  </a:lnTo>
                  <a:lnTo>
                    <a:pt x="150182" y="165775"/>
                  </a:lnTo>
                  <a:lnTo>
                    <a:pt x="150182" y="160425"/>
                  </a:lnTo>
                  <a:lnTo>
                    <a:pt x="160229" y="160425"/>
                  </a:lnTo>
                  <a:lnTo>
                    <a:pt x="160229" y="150215"/>
                  </a:lnTo>
                  <a:lnTo>
                    <a:pt x="165775" y="150215"/>
                  </a:lnTo>
                  <a:lnTo>
                    <a:pt x="165775" y="144050"/>
                  </a:lnTo>
                  <a:lnTo>
                    <a:pt x="160229" y="144050"/>
                  </a:lnTo>
                  <a:lnTo>
                    <a:pt x="160229" y="131817"/>
                  </a:lnTo>
                  <a:lnTo>
                    <a:pt x="165775" y="131817"/>
                  </a:lnTo>
                  <a:lnTo>
                    <a:pt x="165775" y="125685"/>
                  </a:lnTo>
                  <a:lnTo>
                    <a:pt x="160229" y="125685"/>
                  </a:lnTo>
                  <a:lnTo>
                    <a:pt x="160229" y="113420"/>
                  </a:lnTo>
                  <a:lnTo>
                    <a:pt x="165775" y="113420"/>
                  </a:lnTo>
                  <a:lnTo>
                    <a:pt x="165775" y="107287"/>
                  </a:lnTo>
                  <a:lnTo>
                    <a:pt x="160229" y="107287"/>
                  </a:lnTo>
                  <a:lnTo>
                    <a:pt x="160229" y="95022"/>
                  </a:lnTo>
                  <a:lnTo>
                    <a:pt x="165775" y="95022"/>
                  </a:lnTo>
                  <a:lnTo>
                    <a:pt x="165775" y="88890"/>
                  </a:lnTo>
                  <a:lnTo>
                    <a:pt x="160229" y="88890"/>
                  </a:lnTo>
                  <a:lnTo>
                    <a:pt x="160229" y="76657"/>
                  </a:lnTo>
                  <a:lnTo>
                    <a:pt x="165775" y="76657"/>
                  </a:lnTo>
                  <a:lnTo>
                    <a:pt x="165775" y="70525"/>
                  </a:lnTo>
                  <a:lnTo>
                    <a:pt x="160229" y="70525"/>
                  </a:lnTo>
                  <a:lnTo>
                    <a:pt x="160229" y="58260"/>
                  </a:lnTo>
                  <a:lnTo>
                    <a:pt x="165775" y="58260"/>
                  </a:lnTo>
                  <a:lnTo>
                    <a:pt x="165775" y="52127"/>
                  </a:lnTo>
                  <a:lnTo>
                    <a:pt x="160229" y="52127"/>
                  </a:lnTo>
                  <a:lnTo>
                    <a:pt x="160229" y="39862"/>
                  </a:lnTo>
                  <a:lnTo>
                    <a:pt x="165775" y="39862"/>
                  </a:lnTo>
                  <a:lnTo>
                    <a:pt x="165775" y="33729"/>
                  </a:lnTo>
                  <a:lnTo>
                    <a:pt x="160229" y="33729"/>
                  </a:lnTo>
                  <a:lnTo>
                    <a:pt x="160229" y="21497"/>
                  </a:lnTo>
                  <a:lnTo>
                    <a:pt x="165775" y="21497"/>
                  </a:lnTo>
                  <a:lnTo>
                    <a:pt x="165775" y="15332"/>
                  </a:lnTo>
                  <a:lnTo>
                    <a:pt x="160229" y="15332"/>
                  </a:lnTo>
                  <a:lnTo>
                    <a:pt x="160229" y="6166"/>
                  </a:lnTo>
                  <a:lnTo>
                    <a:pt x="149660" y="6166"/>
                  </a:lnTo>
                  <a:lnTo>
                    <a:pt x="149660" y="0"/>
                  </a:lnTo>
                  <a:lnTo>
                    <a:pt x="143528" y="0"/>
                  </a:lnTo>
                  <a:lnTo>
                    <a:pt x="143528" y="6166"/>
                  </a:lnTo>
                  <a:lnTo>
                    <a:pt x="131263" y="6166"/>
                  </a:lnTo>
                  <a:lnTo>
                    <a:pt x="131263" y="0"/>
                  </a:lnTo>
                  <a:lnTo>
                    <a:pt x="125130" y="0"/>
                  </a:lnTo>
                  <a:lnTo>
                    <a:pt x="125130" y="6166"/>
                  </a:lnTo>
                  <a:lnTo>
                    <a:pt x="112898" y="6166"/>
                  </a:lnTo>
                  <a:lnTo>
                    <a:pt x="112898" y="0"/>
                  </a:lnTo>
                  <a:lnTo>
                    <a:pt x="106733" y="0"/>
                  </a:lnTo>
                  <a:lnTo>
                    <a:pt x="106733" y="6166"/>
                  </a:lnTo>
                  <a:lnTo>
                    <a:pt x="94500" y="6166"/>
                  </a:lnTo>
                  <a:lnTo>
                    <a:pt x="94500" y="0"/>
                  </a:lnTo>
                  <a:lnTo>
                    <a:pt x="88368" y="0"/>
                  </a:lnTo>
                  <a:lnTo>
                    <a:pt x="88368" y="6166"/>
                  </a:lnTo>
                  <a:lnTo>
                    <a:pt x="76103" y="6166"/>
                  </a:lnTo>
                  <a:lnTo>
                    <a:pt x="76103" y="0"/>
                  </a:lnTo>
                  <a:lnTo>
                    <a:pt x="69970" y="0"/>
                  </a:lnTo>
                  <a:lnTo>
                    <a:pt x="69970" y="6166"/>
                  </a:lnTo>
                  <a:lnTo>
                    <a:pt x="57738" y="6166"/>
                  </a:lnTo>
                  <a:lnTo>
                    <a:pt x="57738" y="0"/>
                  </a:lnTo>
                  <a:lnTo>
                    <a:pt x="51572" y="0"/>
                  </a:lnTo>
                  <a:lnTo>
                    <a:pt x="51572" y="6166"/>
                  </a:lnTo>
                  <a:lnTo>
                    <a:pt x="39340" y="6166"/>
                  </a:lnTo>
                  <a:lnTo>
                    <a:pt x="39340" y="0"/>
                  </a:lnTo>
                  <a:lnTo>
                    <a:pt x="33208" y="0"/>
                  </a:lnTo>
                  <a:lnTo>
                    <a:pt x="33208" y="6166"/>
                  </a:lnTo>
                  <a:lnTo>
                    <a:pt x="20942" y="6166"/>
                  </a:lnTo>
                  <a:lnTo>
                    <a:pt x="20942"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 name="Google Shape;319;p31"/>
            <p:cNvSpPr/>
            <p:nvPr/>
          </p:nvSpPr>
          <p:spPr>
            <a:xfrm>
              <a:off x="3416100" y="2463600"/>
              <a:ext cx="460775" cy="768225"/>
            </a:xfrm>
            <a:custGeom>
              <a:avLst/>
              <a:gdLst/>
              <a:ahLst/>
              <a:cxnLst/>
              <a:rect l="l" t="t" r="r" b="b"/>
              <a:pathLst>
                <a:path w="18431" h="30729" extrusionOk="0">
                  <a:moveTo>
                    <a:pt x="12298" y="6166"/>
                  </a:moveTo>
                  <a:lnTo>
                    <a:pt x="12298" y="15789"/>
                  </a:lnTo>
                  <a:lnTo>
                    <a:pt x="6166" y="15789"/>
                  </a:lnTo>
                  <a:lnTo>
                    <a:pt x="6166" y="6166"/>
                  </a:lnTo>
                  <a:close/>
                  <a:moveTo>
                    <a:pt x="1" y="1"/>
                  </a:moveTo>
                  <a:lnTo>
                    <a:pt x="1" y="30729"/>
                  </a:lnTo>
                  <a:lnTo>
                    <a:pt x="6166" y="30729"/>
                  </a:lnTo>
                  <a:lnTo>
                    <a:pt x="6166" y="21921"/>
                  </a:lnTo>
                  <a:lnTo>
                    <a:pt x="12298" y="21921"/>
                  </a:lnTo>
                  <a:lnTo>
                    <a:pt x="12298" y="30729"/>
                  </a:lnTo>
                  <a:lnTo>
                    <a:pt x="18431" y="30729"/>
                  </a:lnTo>
                  <a:lnTo>
                    <a:pt x="18431"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320;p31"/>
            <p:cNvSpPr/>
            <p:nvPr/>
          </p:nvSpPr>
          <p:spPr>
            <a:xfrm>
              <a:off x="4030175" y="2463600"/>
              <a:ext cx="159050" cy="777200"/>
            </a:xfrm>
            <a:custGeom>
              <a:avLst/>
              <a:gdLst/>
              <a:ahLst/>
              <a:cxnLst/>
              <a:rect l="l" t="t" r="r" b="b"/>
              <a:pathLst>
                <a:path w="6362" h="31088" extrusionOk="0">
                  <a:moveTo>
                    <a:pt x="6166" y="1"/>
                  </a:moveTo>
                  <a:lnTo>
                    <a:pt x="0" y="33"/>
                  </a:lnTo>
                  <a:lnTo>
                    <a:pt x="229" y="31087"/>
                  </a:lnTo>
                  <a:lnTo>
                    <a:pt x="6361" y="31055"/>
                  </a:lnTo>
                  <a:lnTo>
                    <a:pt x="6166"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 name="Google Shape;321;p31"/>
            <p:cNvSpPr/>
            <p:nvPr/>
          </p:nvSpPr>
          <p:spPr>
            <a:xfrm>
              <a:off x="209825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 name="Google Shape;322;p31"/>
            <p:cNvSpPr/>
            <p:nvPr/>
          </p:nvSpPr>
          <p:spPr>
            <a:xfrm>
              <a:off x="2558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 name="Google Shape;323;p31"/>
            <p:cNvSpPr/>
            <p:nvPr/>
          </p:nvSpPr>
          <p:spPr>
            <a:xfrm>
              <a:off x="3017325" y="238125"/>
              <a:ext cx="154150" cy="384100"/>
            </a:xfrm>
            <a:custGeom>
              <a:avLst/>
              <a:gdLst/>
              <a:ahLst/>
              <a:cxnLst/>
              <a:rect l="l" t="t" r="r" b="b"/>
              <a:pathLst>
                <a:path w="6166" h="15364" extrusionOk="0">
                  <a:moveTo>
                    <a:pt x="0" y="0"/>
                  </a:moveTo>
                  <a:lnTo>
                    <a:pt x="0"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 name="Google Shape;324;p31"/>
            <p:cNvSpPr/>
            <p:nvPr/>
          </p:nvSpPr>
          <p:spPr>
            <a:xfrm>
              <a:off x="3477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 name="Google Shape;325;p31"/>
            <p:cNvSpPr/>
            <p:nvPr/>
          </p:nvSpPr>
          <p:spPr>
            <a:xfrm>
              <a:off x="3937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 name="Google Shape;326;p31"/>
            <p:cNvSpPr/>
            <p:nvPr/>
          </p:nvSpPr>
          <p:spPr>
            <a:xfrm>
              <a:off x="4396325" y="238125"/>
              <a:ext cx="154150" cy="384100"/>
            </a:xfrm>
            <a:custGeom>
              <a:avLst/>
              <a:gdLst/>
              <a:ahLst/>
              <a:cxnLst/>
              <a:rect l="l" t="t" r="r" b="b"/>
              <a:pathLst>
                <a:path w="6166" h="15364"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 name="Google Shape;327;p31"/>
            <p:cNvSpPr/>
            <p:nvPr/>
          </p:nvSpPr>
          <p:spPr>
            <a:xfrm>
              <a:off x="4856275" y="238125"/>
              <a:ext cx="153325" cy="384100"/>
            </a:xfrm>
            <a:custGeom>
              <a:avLst/>
              <a:gdLst/>
              <a:ahLst/>
              <a:cxnLst/>
              <a:rect l="l" t="t" r="r" b="b"/>
              <a:pathLst>
                <a:path w="6133" h="15364"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 name="Google Shape;328;p31"/>
            <p:cNvSpPr/>
            <p:nvPr/>
          </p:nvSpPr>
          <p:spPr>
            <a:xfrm>
              <a:off x="5316200" y="238125"/>
              <a:ext cx="153350" cy="384100"/>
            </a:xfrm>
            <a:custGeom>
              <a:avLst/>
              <a:gdLst/>
              <a:ahLst/>
              <a:cxnLst/>
              <a:rect l="l" t="t" r="r" b="b"/>
              <a:pathLst>
                <a:path w="6134" h="15364"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 name="Google Shape;329;p31"/>
            <p:cNvSpPr/>
            <p:nvPr/>
          </p:nvSpPr>
          <p:spPr>
            <a:xfrm>
              <a:off x="1190625" y="4472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 name="Google Shape;330;p31"/>
            <p:cNvSpPr/>
            <p:nvPr/>
          </p:nvSpPr>
          <p:spPr>
            <a:xfrm>
              <a:off x="1190625" y="4013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 name="Google Shape;331;p31"/>
            <p:cNvSpPr/>
            <p:nvPr/>
          </p:nvSpPr>
          <p:spPr>
            <a:xfrm>
              <a:off x="1190625" y="3553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 name="Google Shape;332;p31"/>
            <p:cNvSpPr/>
            <p:nvPr/>
          </p:nvSpPr>
          <p:spPr>
            <a:xfrm>
              <a:off x="1190625" y="3093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 name="Google Shape;333;p31"/>
            <p:cNvSpPr/>
            <p:nvPr/>
          </p:nvSpPr>
          <p:spPr>
            <a:xfrm>
              <a:off x="1190625" y="2634050"/>
              <a:ext cx="384100" cy="153325"/>
            </a:xfrm>
            <a:custGeom>
              <a:avLst/>
              <a:gdLst/>
              <a:ahLst/>
              <a:cxnLst/>
              <a:rect l="l" t="t" r="r" b="b"/>
              <a:pathLst>
                <a:path w="15364"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 name="Google Shape;334;p31"/>
            <p:cNvSpPr/>
            <p:nvPr/>
          </p:nvSpPr>
          <p:spPr>
            <a:xfrm>
              <a:off x="1190625" y="2174100"/>
              <a:ext cx="384100" cy="154150"/>
            </a:xfrm>
            <a:custGeom>
              <a:avLst/>
              <a:gdLst/>
              <a:ahLst/>
              <a:cxnLst/>
              <a:rect l="l" t="t" r="r" b="b"/>
              <a:pathLst>
                <a:path w="15364"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 name="Google Shape;335;p31"/>
            <p:cNvSpPr/>
            <p:nvPr/>
          </p:nvSpPr>
          <p:spPr>
            <a:xfrm>
              <a:off x="1190625" y="1714975"/>
              <a:ext cx="384100" cy="153350"/>
            </a:xfrm>
            <a:custGeom>
              <a:avLst/>
              <a:gdLst/>
              <a:ahLst/>
              <a:cxnLst/>
              <a:rect l="l" t="t" r="r" b="b"/>
              <a:pathLst>
                <a:path w="15364"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 name="Google Shape;336;p31"/>
            <p:cNvSpPr/>
            <p:nvPr/>
          </p:nvSpPr>
          <p:spPr>
            <a:xfrm>
              <a:off x="1190625" y="1255025"/>
              <a:ext cx="384100" cy="153350"/>
            </a:xfrm>
            <a:custGeom>
              <a:avLst/>
              <a:gdLst/>
              <a:ahLst/>
              <a:cxnLst/>
              <a:rect l="l" t="t" r="r" b="b"/>
              <a:pathLst>
                <a:path w="15364" h="6134" extrusionOk="0">
                  <a:moveTo>
                    <a:pt x="0" y="1"/>
                  </a:moveTo>
                  <a:lnTo>
                    <a:pt x="0" y="6134"/>
                  </a:lnTo>
                  <a:lnTo>
                    <a:pt x="15364" y="6134"/>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 name="Google Shape;337;p31"/>
            <p:cNvSpPr/>
            <p:nvPr/>
          </p:nvSpPr>
          <p:spPr>
            <a:xfrm>
              <a:off x="532925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 name="Google Shape;338;p31"/>
            <p:cNvSpPr/>
            <p:nvPr/>
          </p:nvSpPr>
          <p:spPr>
            <a:xfrm>
              <a:off x="4870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 name="Google Shape;339;p31"/>
            <p:cNvSpPr/>
            <p:nvPr/>
          </p:nvSpPr>
          <p:spPr>
            <a:xfrm>
              <a:off x="4410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 name="Google Shape;340;p31"/>
            <p:cNvSpPr/>
            <p:nvPr/>
          </p:nvSpPr>
          <p:spPr>
            <a:xfrm>
              <a:off x="3950250"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 name="Google Shape;341;p31"/>
            <p:cNvSpPr/>
            <p:nvPr/>
          </p:nvSpPr>
          <p:spPr>
            <a:xfrm>
              <a:off x="3491125" y="5073200"/>
              <a:ext cx="153350" cy="384125"/>
            </a:xfrm>
            <a:custGeom>
              <a:avLst/>
              <a:gdLst/>
              <a:ahLst/>
              <a:cxnLst/>
              <a:rect l="l" t="t" r="r" b="b"/>
              <a:pathLst>
                <a:path w="6134" h="15365" extrusionOk="0">
                  <a:moveTo>
                    <a:pt x="1" y="0"/>
                  </a:moveTo>
                  <a:lnTo>
                    <a:pt x="1"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 name="Google Shape;342;p31"/>
            <p:cNvSpPr/>
            <p:nvPr/>
          </p:nvSpPr>
          <p:spPr>
            <a:xfrm>
              <a:off x="303120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 name="Google Shape;343;p31"/>
            <p:cNvSpPr/>
            <p:nvPr/>
          </p:nvSpPr>
          <p:spPr>
            <a:xfrm>
              <a:off x="2571250" y="5073200"/>
              <a:ext cx="153325" cy="384125"/>
            </a:xfrm>
            <a:custGeom>
              <a:avLst/>
              <a:gdLst/>
              <a:ahLst/>
              <a:cxnLst/>
              <a:rect l="l" t="t" r="r" b="b"/>
              <a:pathLst>
                <a:path w="6133" h="15365" extrusionOk="0">
                  <a:moveTo>
                    <a:pt x="0" y="0"/>
                  </a:moveTo>
                  <a:lnTo>
                    <a:pt x="0" y="15364"/>
                  </a:lnTo>
                  <a:lnTo>
                    <a:pt x="6133" y="15364"/>
                  </a:lnTo>
                  <a:lnTo>
                    <a:pt x="6133"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 name="Google Shape;344;p31"/>
            <p:cNvSpPr/>
            <p:nvPr/>
          </p:nvSpPr>
          <p:spPr>
            <a:xfrm>
              <a:off x="2111300" y="5073200"/>
              <a:ext cx="154150" cy="384125"/>
            </a:xfrm>
            <a:custGeom>
              <a:avLst/>
              <a:gdLst/>
              <a:ahLst/>
              <a:cxnLst/>
              <a:rect l="l" t="t" r="r" b="b"/>
              <a:pathLst>
                <a:path w="6166" h="15365" extrusionOk="0">
                  <a:moveTo>
                    <a:pt x="1" y="0"/>
                  </a:moveTo>
                  <a:lnTo>
                    <a:pt x="1" y="15364"/>
                  </a:lnTo>
                  <a:lnTo>
                    <a:pt x="6166" y="15364"/>
                  </a:lnTo>
                  <a:lnTo>
                    <a:pt x="6166"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 name="Google Shape;345;p31"/>
            <p:cNvSpPr/>
            <p:nvPr/>
          </p:nvSpPr>
          <p:spPr>
            <a:xfrm>
              <a:off x="6025700" y="115880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 name="Google Shape;346;p31"/>
            <p:cNvSpPr/>
            <p:nvPr/>
          </p:nvSpPr>
          <p:spPr>
            <a:xfrm>
              <a:off x="6025700" y="161875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 name="Google Shape;347;p31"/>
            <p:cNvSpPr/>
            <p:nvPr/>
          </p:nvSpPr>
          <p:spPr>
            <a:xfrm>
              <a:off x="6025700" y="2078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 name="Google Shape;348;p31"/>
            <p:cNvSpPr/>
            <p:nvPr/>
          </p:nvSpPr>
          <p:spPr>
            <a:xfrm>
              <a:off x="6025700" y="2538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 name="Google Shape;349;p31"/>
            <p:cNvSpPr/>
            <p:nvPr/>
          </p:nvSpPr>
          <p:spPr>
            <a:xfrm>
              <a:off x="6025700" y="2997750"/>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 name="Google Shape;350;p31"/>
            <p:cNvSpPr/>
            <p:nvPr/>
          </p:nvSpPr>
          <p:spPr>
            <a:xfrm>
              <a:off x="6025700" y="3457700"/>
              <a:ext cx="384125" cy="153325"/>
            </a:xfrm>
            <a:custGeom>
              <a:avLst/>
              <a:gdLst/>
              <a:ahLst/>
              <a:cxnLst/>
              <a:rect l="l" t="t" r="r" b="b"/>
              <a:pathLst>
                <a:path w="15365" h="6133" extrusionOk="0">
                  <a:moveTo>
                    <a:pt x="0" y="0"/>
                  </a:moveTo>
                  <a:lnTo>
                    <a:pt x="0" y="6133"/>
                  </a:lnTo>
                  <a:lnTo>
                    <a:pt x="15364" y="6133"/>
                  </a:lnTo>
                  <a:lnTo>
                    <a:pt x="15364" y="0"/>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 name="Google Shape;351;p31"/>
            <p:cNvSpPr/>
            <p:nvPr/>
          </p:nvSpPr>
          <p:spPr>
            <a:xfrm>
              <a:off x="6025700" y="3917625"/>
              <a:ext cx="384125" cy="153350"/>
            </a:xfrm>
            <a:custGeom>
              <a:avLst/>
              <a:gdLst/>
              <a:ahLst/>
              <a:cxnLst/>
              <a:rect l="l" t="t" r="r" b="b"/>
              <a:pathLst>
                <a:path w="15365" h="6134" extrusionOk="0">
                  <a:moveTo>
                    <a:pt x="0" y="1"/>
                  </a:moveTo>
                  <a:lnTo>
                    <a:pt x="0" y="6133"/>
                  </a:lnTo>
                  <a:lnTo>
                    <a:pt x="15364" y="6133"/>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 name="Google Shape;352;p31"/>
            <p:cNvSpPr/>
            <p:nvPr/>
          </p:nvSpPr>
          <p:spPr>
            <a:xfrm>
              <a:off x="6025700" y="4376750"/>
              <a:ext cx="384125" cy="154150"/>
            </a:xfrm>
            <a:custGeom>
              <a:avLst/>
              <a:gdLst/>
              <a:ahLst/>
              <a:cxnLst/>
              <a:rect l="l" t="t" r="r" b="b"/>
              <a:pathLst>
                <a:path w="15365" h="6166" extrusionOk="0">
                  <a:moveTo>
                    <a:pt x="0" y="1"/>
                  </a:moveTo>
                  <a:lnTo>
                    <a:pt x="0" y="6166"/>
                  </a:lnTo>
                  <a:lnTo>
                    <a:pt x="15364" y="6166"/>
                  </a:lnTo>
                  <a:lnTo>
                    <a:pt x="15364"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50"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54" name="Google Shape;258;p31"/>
          <p:cNvCxnSpPr/>
          <p:nvPr/>
        </p:nvCxnSpPr>
        <p:spPr>
          <a:xfrm rot="16200000" flipH="1">
            <a:off x="4356537" y="3231930"/>
            <a:ext cx="2564526" cy="10510"/>
          </a:xfrm>
          <a:prstGeom prst="straightConnector1">
            <a:avLst/>
          </a:prstGeom>
          <a:noFill/>
          <a:ln w="19050" cap="flat" cmpd="sng">
            <a:solidFill>
              <a:srgbClr val="F3F3F3"/>
            </a:solidFill>
            <a:prstDash val="solid"/>
            <a:round/>
            <a:headEnd type="oval" w="med" len="med"/>
            <a:tailEnd type="oval" w="med" len="med"/>
          </a:ln>
        </p:spPr>
      </p:cxnSp>
      <p:pic>
        <p:nvPicPr>
          <p:cNvPr id="46082" name="Picture 2" descr="Como empezar a analizar datos con Python usando Google Colab | by Gustavo  Juantorena | Medium"/>
          <p:cNvPicPr>
            <a:picLocks noChangeAspect="1" noChangeArrowheads="1"/>
          </p:cNvPicPr>
          <p:nvPr/>
        </p:nvPicPr>
        <p:blipFill>
          <a:blip r:embed="rId4"/>
          <a:srcRect/>
          <a:stretch>
            <a:fillRect/>
          </a:stretch>
        </p:blipFill>
        <p:spPr bwMode="auto">
          <a:xfrm>
            <a:off x="344761" y="2019463"/>
            <a:ext cx="5083632" cy="2258247"/>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GOOGLE COLAB</a:t>
            </a: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55" name="Google Shape;1603;p42"/>
          <p:cNvSpPr txBox="1"/>
          <p:nvPr/>
        </p:nvSpPr>
        <p:spPr>
          <a:xfrm>
            <a:off x="5673449" y="1813864"/>
            <a:ext cx="3281365" cy="258997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Google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Colaboratory</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err="1">
                <a:solidFill>
                  <a:schemeClr val="accent4"/>
                </a:solidFill>
                <a:latin typeface="Fira Sans Condensed Light" panose="020B0604020202020204" charset="0"/>
                <a:cs typeface="Times New Roman" panose="02020603050405020304" pitchFamily="18" charset="0"/>
              </a:rPr>
              <a:t>Colab</a:t>
            </a:r>
            <a:r>
              <a:rPr lang="es-ES" sz="1600" dirty="0">
                <a:solidFill>
                  <a:schemeClr val="accent4"/>
                </a:solidFill>
                <a:latin typeface="Fira Sans Condensed Light" panose="020B0604020202020204" charset="0"/>
                <a:cs typeface="Times New Roman" panose="02020603050405020304" pitchFamily="18" charset="0"/>
              </a:rPr>
              <a:t>, también conocido como "</a:t>
            </a:r>
            <a:r>
              <a:rPr lang="es-ES" sz="1600" dirty="0" err="1">
                <a:solidFill>
                  <a:schemeClr val="accent4"/>
                </a:solidFill>
                <a:latin typeface="Fira Sans Condensed Light" panose="020B0604020202020204" charset="0"/>
                <a:cs typeface="Times New Roman" panose="02020603050405020304" pitchFamily="18" charset="0"/>
              </a:rPr>
              <a:t>Colaboratory</a:t>
            </a:r>
            <a:r>
              <a:rPr lang="es-ES" sz="1600" dirty="0">
                <a:solidFill>
                  <a:schemeClr val="accent4"/>
                </a:solidFill>
                <a:latin typeface="Fira Sans Condensed Light" panose="020B0604020202020204" charset="0"/>
                <a:cs typeface="Times New Roman" panose="02020603050405020304" pitchFamily="18" charset="0"/>
              </a:rPr>
              <a:t>", te permite programar y ejecutar </a:t>
            </a:r>
            <a:r>
              <a:rPr lang="es-ES" sz="1600" dirty="0" err="1">
                <a:solidFill>
                  <a:schemeClr val="accent4"/>
                </a:solidFill>
                <a:latin typeface="Fira Sans Condensed Light" panose="020B0604020202020204" charset="0"/>
                <a:cs typeface="Times New Roman" panose="02020603050405020304" pitchFamily="18" charset="0"/>
              </a:rPr>
              <a:t>Python</a:t>
            </a:r>
            <a:r>
              <a:rPr lang="es-ES" sz="1600" dirty="0">
                <a:solidFill>
                  <a:schemeClr val="accent4"/>
                </a:solidFill>
                <a:latin typeface="Fira Sans Condensed Light" panose="020B0604020202020204" charset="0"/>
                <a:cs typeface="Times New Roman" panose="02020603050405020304" pitchFamily="18" charset="0"/>
              </a:rPr>
              <a:t> utilizando la </a:t>
            </a:r>
            <a:r>
              <a:rPr lang="es-ES" sz="1600" dirty="0" err="1">
                <a:solidFill>
                  <a:schemeClr val="accent4"/>
                </a:solidFill>
                <a:latin typeface="Fira Sans Condensed Light" panose="020B0604020202020204" charset="0"/>
                <a:cs typeface="Times New Roman" panose="02020603050405020304" pitchFamily="18" charset="0"/>
              </a:rPr>
              <a:t>notebook</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Jupyter</a:t>
            </a:r>
            <a:r>
              <a:rPr lang="es-ES" sz="1600" dirty="0">
                <a:solidFill>
                  <a:schemeClr val="accent4"/>
                </a:solidFill>
                <a:latin typeface="Fira Sans Condensed Light" panose="020B0604020202020204" charset="0"/>
                <a:cs typeface="Times New Roman" panose="02020603050405020304" pitchFamily="18" charset="0"/>
              </a:rPr>
              <a:t> en tu navegador con las siguientes ventajas:</a:t>
            </a:r>
          </a:p>
          <a:p>
            <a:pPr algn="just"/>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b="1" dirty="0">
                <a:solidFill>
                  <a:schemeClr val="accent4"/>
                </a:solidFill>
                <a:latin typeface="Fira Sans Condensed Light" panose="020B0604020202020204" charset="0"/>
                <a:cs typeface="Times New Roman" panose="02020603050405020304" pitchFamily="18" charset="0"/>
              </a:rPr>
              <a:t>-</a:t>
            </a:r>
            <a:r>
              <a:rPr lang="es-ES" sz="1600" dirty="0">
                <a:solidFill>
                  <a:schemeClr val="accent4"/>
                </a:solidFill>
                <a:latin typeface="Fira Sans Condensed Light" panose="020B0604020202020204" charset="0"/>
                <a:cs typeface="Times New Roman" panose="02020603050405020304" pitchFamily="18" charset="0"/>
              </a:rPr>
              <a:t>No requiere configuración</a:t>
            </a:r>
          </a:p>
          <a:p>
            <a:pPr algn="just"/>
            <a:r>
              <a:rPr lang="es-ES" sz="1600" dirty="0">
                <a:solidFill>
                  <a:schemeClr val="accent4"/>
                </a:solidFill>
                <a:latin typeface="Fira Sans Condensed Light" panose="020B0604020202020204" charset="0"/>
                <a:cs typeface="Times New Roman" panose="02020603050405020304" pitchFamily="18" charset="0"/>
              </a:rPr>
              <a:t>-Da acceso gratuito a </a:t>
            </a:r>
            <a:r>
              <a:rPr lang="es-ES" sz="1600" dirty="0" err="1">
                <a:solidFill>
                  <a:schemeClr val="accent4"/>
                </a:solidFill>
                <a:latin typeface="Fira Sans Condensed Light" panose="020B0604020202020204" charset="0"/>
                <a:cs typeface="Times New Roman" panose="02020603050405020304" pitchFamily="18" charset="0"/>
              </a:rPr>
              <a:t>GPUs</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-Permite compartir contenido fácilmente</a:t>
            </a:r>
            <a:endParaRPr lang="es-ES" dirty="0">
              <a:solidFill>
                <a:srgbClr val="F3F3F3"/>
              </a:solidFill>
              <a:latin typeface="Fira Sans Condensed Light"/>
              <a:ea typeface="Fira Sans Condensed Light"/>
              <a:cs typeface="Fira Sans Condensed Light"/>
              <a:sym typeface="Fira Sans Condensed Light"/>
            </a:endParaRP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GOOGLE COLAB</a:t>
            </a: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55" name="Google Shape;1603;p42"/>
          <p:cNvSpPr txBox="1"/>
          <p:nvPr/>
        </p:nvSpPr>
        <p:spPr>
          <a:xfrm>
            <a:off x="428787" y="206610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Crear cuenta </a:t>
            </a:r>
          </a:p>
          <a:p>
            <a:pPr algn="just"/>
            <a:r>
              <a:rPr lang="es-ES" sz="1600" dirty="0">
                <a:solidFill>
                  <a:schemeClr val="accent4"/>
                </a:solidFill>
                <a:latin typeface="Fira Sans Condensed Light" panose="020B0604020202020204" charset="0"/>
                <a:cs typeface="Times New Roman" panose="02020603050405020304" pitchFamily="18" charset="0"/>
              </a:rPr>
              <a:t>Ingresar a: https://colab.research.google.com/</a:t>
            </a:r>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603;p42"/>
          <p:cNvSpPr txBox="1"/>
          <p:nvPr/>
        </p:nvSpPr>
        <p:spPr>
          <a:xfrm>
            <a:off x="434041" y="2933207"/>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 Abrir Nuevo cuaderno </a:t>
            </a:r>
          </a:p>
          <a:p>
            <a:pPr algn="just"/>
            <a:r>
              <a:rPr lang="es-ES" sz="1600" dirty="0">
                <a:solidFill>
                  <a:schemeClr val="accent4"/>
                </a:solidFill>
                <a:latin typeface="Fira Sans Condensed Light" panose="020B0604020202020204" charset="0"/>
                <a:cs typeface="Times New Roman" panose="02020603050405020304" pitchFamily="18" charset="0"/>
              </a:rPr>
              <a:t>Archivo/Nuevo cuaderno/Nombre: Hola mundo</a:t>
            </a:r>
            <a:endParaRPr lang="es-ES" dirty="0">
              <a:solidFill>
                <a:srgbClr val="F3F3F3"/>
              </a:solidFill>
              <a:latin typeface="Fira Sans Condensed Light"/>
              <a:ea typeface="Fira Sans Condensed Light"/>
              <a:cs typeface="Fira Sans Condensed Light"/>
              <a:sym typeface="Fira Sans Condensed Light"/>
            </a:endParaRPr>
          </a:p>
        </p:txBody>
      </p:sp>
      <p:sp>
        <p:nvSpPr>
          <p:cNvPr id="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GOOGLE COLAB</a:t>
            </a: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155" name="Google Shape;1603;p42"/>
          <p:cNvSpPr txBox="1"/>
          <p:nvPr/>
        </p:nvSpPr>
        <p:spPr>
          <a:xfrm>
            <a:off x="428787" y="206610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Instalar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librerias</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requeridas</a:t>
            </a:r>
          </a:p>
          <a:p>
            <a:pPr algn="just"/>
            <a:r>
              <a:rPr lang="es-ES" sz="1600" dirty="0">
                <a:solidFill>
                  <a:schemeClr val="accent4"/>
                </a:solidFill>
                <a:latin typeface="Fira Sans Condensed Light" panose="020B0604020202020204" charset="0"/>
                <a:cs typeface="Times New Roman" panose="02020603050405020304" pitchFamily="18" charset="0"/>
              </a:rPr>
              <a:t>!</a:t>
            </a:r>
            <a:r>
              <a:rPr lang="es-ES" sz="1600" dirty="0" err="1">
                <a:solidFill>
                  <a:schemeClr val="accent4"/>
                </a:solidFill>
                <a:latin typeface="Fira Sans Condensed Light" panose="020B0604020202020204" charset="0"/>
                <a:cs typeface="Times New Roman" panose="02020603050405020304" pitchFamily="18" charset="0"/>
              </a:rPr>
              <a:t>pip</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install</a:t>
            </a:r>
            <a:r>
              <a:rPr lang="es-ES" sz="1600" dirty="0">
                <a:solidFill>
                  <a:schemeClr val="accent4"/>
                </a:solidFill>
                <a:latin typeface="Fira Sans Condensed Light" panose="020B0604020202020204" charset="0"/>
                <a:cs typeface="Times New Roman" panose="02020603050405020304" pitchFamily="18" charset="0"/>
              </a:rPr>
              <a:t> pandas</a:t>
            </a:r>
          </a:p>
          <a:p>
            <a:pPr algn="just"/>
            <a:r>
              <a:rPr lang="es-ES" sz="1600" dirty="0">
                <a:solidFill>
                  <a:schemeClr val="accent4"/>
                </a:solidFill>
                <a:latin typeface="Fira Sans Condensed Light" panose="020B0604020202020204" charset="0"/>
                <a:cs typeface="Times New Roman" panose="02020603050405020304" pitchFamily="18" charset="0"/>
              </a:rPr>
              <a:t>!</a:t>
            </a:r>
            <a:r>
              <a:rPr lang="es-ES" sz="1600" dirty="0" err="1">
                <a:solidFill>
                  <a:schemeClr val="accent4"/>
                </a:solidFill>
                <a:latin typeface="Fira Sans Condensed Light" panose="020B0604020202020204" charset="0"/>
                <a:cs typeface="Times New Roman" panose="02020603050405020304" pitchFamily="18" charset="0"/>
              </a:rPr>
              <a:t>pip</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install</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numpy</a:t>
            </a:r>
            <a:endParaRPr lang="es-ES" sz="1600" dirty="0">
              <a:solidFill>
                <a:schemeClr val="accent4"/>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a:t>
            </a:r>
            <a:r>
              <a:rPr lang="es-ES" sz="1600" dirty="0" err="1">
                <a:solidFill>
                  <a:schemeClr val="accent4"/>
                </a:solidFill>
                <a:latin typeface="Fira Sans Condensed Light" panose="020B0604020202020204" charset="0"/>
                <a:cs typeface="Times New Roman" panose="02020603050405020304" pitchFamily="18" charset="0"/>
              </a:rPr>
              <a:t>pip</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install</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matplotlib</a:t>
            </a:r>
            <a:endParaRPr lang="es-ES" dirty="0">
              <a:solidFill>
                <a:srgbClr val="F3F3F3"/>
              </a:solidFill>
              <a:latin typeface="Fira Sans Condensed Light"/>
              <a:ea typeface="Fira Sans Condensed Light"/>
              <a:cs typeface="Fira Sans Condensed Light"/>
              <a:sym typeface="Fira Sans Condensed Light"/>
            </a:endParaRPr>
          </a:p>
        </p:txBody>
      </p:sp>
      <p:sp>
        <p:nvSpPr>
          <p:cNvPr id="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2050" name="Picture 2" descr="NumPy: Funciones basicas de algebra - ▷ Cursos de Programación de 0 a  Experto © Garantizados"/>
          <p:cNvPicPr>
            <a:picLocks noChangeAspect="1" noChangeArrowheads="1"/>
          </p:cNvPicPr>
          <p:nvPr/>
        </p:nvPicPr>
        <p:blipFill>
          <a:blip r:embed="rId4"/>
          <a:srcRect/>
          <a:stretch>
            <a:fillRect/>
          </a:stretch>
        </p:blipFill>
        <p:spPr bwMode="auto">
          <a:xfrm>
            <a:off x="6952016" y="2020913"/>
            <a:ext cx="1833364" cy="1131067"/>
          </a:xfrm>
          <a:prstGeom prst="rect">
            <a:avLst/>
          </a:prstGeom>
          <a:noFill/>
        </p:spPr>
      </p:pic>
      <p:pic>
        <p:nvPicPr>
          <p:cNvPr id="2052" name="Picture 4" descr="Pandas - EcuRed"/>
          <p:cNvPicPr>
            <a:picLocks noChangeAspect="1" noChangeArrowheads="1"/>
          </p:cNvPicPr>
          <p:nvPr/>
        </p:nvPicPr>
        <p:blipFill>
          <a:blip r:embed="rId5"/>
          <a:srcRect/>
          <a:stretch>
            <a:fillRect/>
          </a:stretch>
        </p:blipFill>
        <p:spPr bwMode="auto">
          <a:xfrm>
            <a:off x="3816180" y="2005602"/>
            <a:ext cx="2745279" cy="1147196"/>
          </a:xfrm>
          <a:prstGeom prst="rect">
            <a:avLst/>
          </a:prstGeom>
          <a:noFill/>
        </p:spPr>
      </p:pic>
      <p:pic>
        <p:nvPicPr>
          <p:cNvPr id="2054" name="Picture 6" descr="Caso práctico con Matplotlib y Geopandas - Adictos al trabajo Tutoriales"/>
          <p:cNvPicPr>
            <a:picLocks noChangeAspect="1" noChangeArrowheads="1"/>
          </p:cNvPicPr>
          <p:nvPr/>
        </p:nvPicPr>
        <p:blipFill>
          <a:blip r:embed="rId6"/>
          <a:srcRect/>
          <a:stretch>
            <a:fillRect/>
          </a:stretch>
        </p:blipFill>
        <p:spPr bwMode="auto">
          <a:xfrm>
            <a:off x="3817883" y="3471043"/>
            <a:ext cx="2750706" cy="1051035"/>
          </a:xfrm>
          <a:prstGeom prst="rect">
            <a:avLst/>
          </a:prstGeom>
          <a:noFill/>
        </p:spPr>
      </p:pic>
      <p:pic>
        <p:nvPicPr>
          <p:cNvPr id="2056" name="Picture 8" descr="Create python jupyter notebooks by Naazneen_jatu | Fiverr"/>
          <p:cNvPicPr>
            <a:picLocks noChangeAspect="1" noChangeArrowheads="1"/>
          </p:cNvPicPr>
          <p:nvPr/>
        </p:nvPicPr>
        <p:blipFill>
          <a:blip r:embed="rId7"/>
          <a:srcRect/>
          <a:stretch>
            <a:fillRect/>
          </a:stretch>
        </p:blipFill>
        <p:spPr bwMode="auto">
          <a:xfrm>
            <a:off x="6838485" y="3444877"/>
            <a:ext cx="2098687" cy="1061811"/>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GOOGLE COLAB</a:t>
            </a: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02663" y="1803352"/>
            <a:ext cx="4521586"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Crear nuestro primer programa</a:t>
            </a:r>
          </a:p>
          <a:p>
            <a:pPr algn="just"/>
            <a:r>
              <a:rPr lang="en-US" sz="1600" b="1" dirty="0" err="1">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rPr>
              <a:t>Manejo</a:t>
            </a:r>
            <a:r>
              <a:rPr lang="en-US" sz="1600" b="1"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rPr>
              <a:t> de </a:t>
            </a:r>
            <a:r>
              <a:rPr lang="en-US" sz="1600" b="1" dirty="0" err="1">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rPr>
              <a:t>arreglos</a:t>
            </a:r>
            <a:r>
              <a:rPr lang="en-US" sz="1600" b="1"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rPr>
              <a:t> de </a:t>
            </a:r>
            <a:r>
              <a:rPr lang="en-US" sz="1600" b="1" dirty="0" err="1">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rPr>
              <a:t>datos</a:t>
            </a:r>
            <a:endPar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n-US" sz="1600"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endParaRPr>
          </a:p>
          <a:p>
            <a:pPr algn="just"/>
            <a:r>
              <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a:t>
            </a:r>
            <a:r>
              <a:rPr lang="en-US" sz="1600" dirty="0" err="1">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Código</a:t>
            </a:r>
            <a:r>
              <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 </a:t>
            </a:r>
            <a:r>
              <a:rPr lang="en-US" sz="1600" dirty="0" err="1">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descrito</a:t>
            </a:r>
            <a:r>
              <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 en </a:t>
            </a:r>
            <a:r>
              <a:rPr lang="en-US" sz="1600" dirty="0" err="1">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clase</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cxnSp>
        <p:nvCxnSpPr>
          <p:cNvPr id="10" name="9 Conector recto"/>
          <p:cNvCxnSpPr/>
          <p:nvPr/>
        </p:nvCxnSpPr>
        <p:spPr>
          <a:xfrm flipV="1">
            <a:off x="4908331" y="2785241"/>
            <a:ext cx="115614" cy="1"/>
          </a:xfrm>
          <a:prstGeom prst="line">
            <a:avLst/>
          </a:prstGeom>
          <a:ln>
            <a:solidFill>
              <a:srgbClr val="EAFEE8"/>
            </a:solidFill>
          </a:ln>
        </p:spPr>
        <p:style>
          <a:lnRef idx="1">
            <a:schemeClr val="accent1"/>
          </a:lnRef>
          <a:fillRef idx="0">
            <a:schemeClr val="accent1"/>
          </a:fillRef>
          <a:effectRef idx="0">
            <a:schemeClr val="accent1"/>
          </a:effectRef>
          <a:fontRef idx="minor">
            <a:schemeClr val="tx1"/>
          </a:fontRef>
        </p:style>
      </p:cxn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GitHub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pic>
        <p:nvPicPr>
          <p:cNvPr id="2050" name="Picture 2" descr="Qué es GitHub y por qué es útil al aprender programación | HACK A BOSS"/>
          <p:cNvPicPr>
            <a:picLocks noChangeAspect="1" noChangeArrowheads="1"/>
          </p:cNvPicPr>
          <p:nvPr/>
        </p:nvPicPr>
        <p:blipFill>
          <a:blip r:embed="rId4"/>
          <a:srcRect/>
          <a:stretch>
            <a:fillRect/>
          </a:stretch>
        </p:blipFill>
        <p:spPr bwMode="auto">
          <a:xfrm>
            <a:off x="457165" y="1990704"/>
            <a:ext cx="4346064" cy="2444661"/>
          </a:xfrm>
          <a:prstGeom prst="rect">
            <a:avLst/>
          </a:prstGeom>
          <a:noFill/>
        </p:spPr>
      </p:pic>
      <p:cxnSp>
        <p:nvCxnSpPr>
          <p:cNvPr id="9" name="Google Shape;258;p31"/>
          <p:cNvCxnSpPr/>
          <p:nvPr/>
        </p:nvCxnSpPr>
        <p:spPr>
          <a:xfrm rot="16200000" flipH="1">
            <a:off x="3904592" y="3231930"/>
            <a:ext cx="2564526" cy="10510"/>
          </a:xfrm>
          <a:prstGeom prst="straightConnector1">
            <a:avLst/>
          </a:prstGeom>
          <a:noFill/>
          <a:ln w="19050" cap="flat" cmpd="sng">
            <a:solidFill>
              <a:srgbClr val="F3F3F3"/>
            </a:solidFill>
            <a:prstDash val="solid"/>
            <a:round/>
            <a:headEnd type="oval" w="med" len="med"/>
            <a:tailEnd type="oval" w="med" len="med"/>
          </a:ln>
        </p:spPr>
      </p:cxnSp>
      <p:sp>
        <p:nvSpPr>
          <p:cNvPr id="10" name="Google Shape;1603;p42"/>
          <p:cNvSpPr txBox="1"/>
          <p:nvPr/>
        </p:nvSpPr>
        <p:spPr>
          <a:xfrm>
            <a:off x="5433849" y="1624678"/>
            <a:ext cx="3520965" cy="258997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GitHub</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a:solidFill>
                  <a:schemeClr val="accent4"/>
                </a:solidFill>
                <a:latin typeface="Fira Sans Condensed Light" panose="020B0604020202020204" charset="0"/>
                <a:cs typeface="Times New Roman" panose="02020603050405020304" pitchFamily="18" charset="0"/>
              </a:rPr>
              <a:t>El sistema de control de versiones </a:t>
            </a:r>
            <a:r>
              <a:rPr lang="es-ES" sz="1600" dirty="0" err="1">
                <a:solidFill>
                  <a:schemeClr val="accent4"/>
                </a:solidFill>
                <a:latin typeface="Fira Sans Condensed Light" panose="020B0604020202020204" charset="0"/>
                <a:cs typeface="Times New Roman" panose="02020603050405020304" pitchFamily="18" charset="0"/>
              </a:rPr>
              <a:t>Git</a:t>
            </a:r>
            <a:r>
              <a:rPr lang="es-ES" sz="1600" dirty="0">
                <a:solidFill>
                  <a:schemeClr val="accent4"/>
                </a:solidFill>
                <a:latin typeface="Fira Sans Condensed Light" panose="020B0604020202020204" charset="0"/>
                <a:cs typeface="Times New Roman" panose="02020603050405020304" pitchFamily="18" charset="0"/>
              </a:rPr>
              <a:t> fue diseñado por </a:t>
            </a:r>
            <a:r>
              <a:rPr lang="es-ES" sz="1600" dirty="0" err="1">
                <a:solidFill>
                  <a:schemeClr val="accent4"/>
                </a:solidFill>
                <a:latin typeface="Fira Sans Condensed Light" panose="020B0604020202020204" charset="0"/>
                <a:cs typeface="Times New Roman" panose="02020603050405020304" pitchFamily="18" charset="0"/>
              </a:rPr>
              <a:t>Linus</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Torvalds</a:t>
            </a:r>
            <a:r>
              <a:rPr lang="es-ES" sz="1600" dirty="0">
                <a:solidFill>
                  <a:schemeClr val="accent4"/>
                </a:solidFill>
                <a:latin typeface="Fira Sans Condensed Light" panose="020B0604020202020204" charset="0"/>
                <a:cs typeface="Times New Roman" panose="02020603050405020304" pitchFamily="18" charset="0"/>
              </a:rPr>
              <a:t>. Un sistema de gestión de versiones es utilizado por los desarrolladores para poder administrar su proyecto, ordenando el código de cada una de las nuevas versiones que sacan de sus aplicaciones para evitar confusiones. Así, al tener copias de cada una de las versiones de su aplicación, no se perderán los estados anteriores cuando se va a actualizar.</a:t>
            </a:r>
            <a:endParaRPr lang="es-ES" dirty="0">
              <a:solidFill>
                <a:srgbClr val="F3F3F3"/>
              </a:solidFill>
              <a:latin typeface="Fira Sans Condensed Light"/>
              <a:ea typeface="Fira Sans Condensed Light"/>
              <a:cs typeface="Fira Sans Condensed Light"/>
              <a:sym typeface="Fira Sans Condensed Light"/>
            </a:endParaRP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GitHub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p:cNvSpPr txBox="1"/>
          <p:nvPr/>
        </p:nvSpPr>
        <p:spPr>
          <a:xfrm>
            <a:off x="428787" y="206610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Crear cuenta </a:t>
            </a:r>
          </a:p>
          <a:p>
            <a:pPr algn="just"/>
            <a:r>
              <a:rPr lang="es-ES" sz="1600" dirty="0">
                <a:solidFill>
                  <a:schemeClr val="accent4"/>
                </a:solidFill>
                <a:latin typeface="Fira Sans Condensed Light" panose="020B0604020202020204" charset="0"/>
                <a:cs typeface="Times New Roman" panose="02020603050405020304" pitchFamily="18" charset="0"/>
              </a:rPr>
              <a:t>Ingresar a: https://github.com/ </a:t>
            </a:r>
            <a:endParaRPr lang="es-ES" dirty="0">
              <a:solidFill>
                <a:srgbClr val="F3F3F3"/>
              </a:solidFill>
              <a:latin typeface="Fira Sans Condensed Light"/>
              <a:ea typeface="Fira Sans Condensed Light"/>
              <a:cs typeface="Fira Sans Condensed Light"/>
              <a:sym typeface="Fira Sans Condensed Light"/>
            </a:endParaRPr>
          </a:p>
        </p:txBody>
      </p:sp>
      <p:sp>
        <p:nvSpPr>
          <p:cNvPr id="11" name="Google Shape;1603;p42"/>
          <p:cNvSpPr txBox="1"/>
          <p:nvPr/>
        </p:nvSpPr>
        <p:spPr>
          <a:xfrm>
            <a:off x="423530" y="2670449"/>
            <a:ext cx="5467516" cy="55622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 Ingresar a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Sign</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in</a:t>
            </a:r>
          </a:p>
        </p:txBody>
      </p:sp>
      <p:sp>
        <p:nvSpPr>
          <p:cNvPr id="12" name="Google Shape;1603;p42"/>
          <p:cNvSpPr txBox="1"/>
          <p:nvPr/>
        </p:nvSpPr>
        <p:spPr>
          <a:xfrm>
            <a:off x="418277" y="3085607"/>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 Agrega los datos solicitados</a:t>
            </a:r>
          </a:p>
          <a:p>
            <a:pPr algn="just"/>
            <a:r>
              <a:rPr lang="en-US" sz="1600" dirty="0" err="1">
                <a:solidFill>
                  <a:srgbClr val="F3F3F3"/>
                </a:solidFill>
                <a:latin typeface="Fira Sans Condensed Light"/>
                <a:ea typeface="Fira Sans Condensed Light"/>
                <a:cs typeface="Fira Sans Condensed Light"/>
                <a:sym typeface="Fira Sans Condensed Light"/>
              </a:rPr>
              <a:t>Agregar</a:t>
            </a:r>
            <a:r>
              <a:rPr lang="en-US" sz="1600" dirty="0">
                <a:solidFill>
                  <a:srgbClr val="F3F3F3"/>
                </a:solidFill>
                <a:latin typeface="Fira Sans Condensed Light"/>
                <a:ea typeface="Fira Sans Condensed Light"/>
                <a:cs typeface="Fira Sans Condensed Light"/>
                <a:sym typeface="Fira Sans Condensed Light"/>
              </a:rPr>
              <a:t> </a:t>
            </a:r>
            <a:r>
              <a:rPr lang="en-US" sz="1600" dirty="0" err="1">
                <a:solidFill>
                  <a:srgbClr val="F3F3F3"/>
                </a:solidFill>
                <a:latin typeface="Fira Sans Condensed Light"/>
                <a:ea typeface="Fira Sans Condensed Light"/>
                <a:cs typeface="Fira Sans Condensed Light"/>
                <a:sym typeface="Fira Sans Condensed Light"/>
              </a:rPr>
              <a:t>correo</a:t>
            </a:r>
            <a:r>
              <a:rPr lang="en-US" sz="1600" dirty="0">
                <a:solidFill>
                  <a:srgbClr val="F3F3F3"/>
                </a:solidFill>
                <a:latin typeface="Fira Sans Condensed Light"/>
                <a:ea typeface="Fira Sans Condensed Light"/>
                <a:cs typeface="Fira Sans Condensed Light"/>
                <a:sym typeface="Fira Sans Condensed Light"/>
              </a:rPr>
              <a:t>, </a:t>
            </a:r>
            <a:r>
              <a:rPr lang="en-US" sz="1600" dirty="0" err="1">
                <a:solidFill>
                  <a:srgbClr val="F3F3F3"/>
                </a:solidFill>
                <a:latin typeface="Fira Sans Condensed Light"/>
                <a:ea typeface="Fira Sans Condensed Light"/>
                <a:cs typeface="Fira Sans Condensed Light"/>
                <a:sym typeface="Fira Sans Condensed Light"/>
              </a:rPr>
              <a:t>crear</a:t>
            </a:r>
            <a:r>
              <a:rPr lang="en-US" sz="1600" dirty="0">
                <a:solidFill>
                  <a:srgbClr val="F3F3F3"/>
                </a:solidFill>
                <a:latin typeface="Fira Sans Condensed Light"/>
                <a:ea typeface="Fira Sans Condensed Light"/>
                <a:cs typeface="Fira Sans Condensed Light"/>
                <a:sym typeface="Fira Sans Condensed Light"/>
              </a:rPr>
              <a:t> password y username</a:t>
            </a:r>
            <a:endParaRPr lang="es-ES" sz="1600" dirty="0">
              <a:solidFill>
                <a:srgbClr val="F3F3F3"/>
              </a:solidFill>
              <a:latin typeface="Fira Sans Condensed Light"/>
              <a:ea typeface="Fira Sans Condensed Light"/>
              <a:cs typeface="Fira Sans Condensed Light"/>
              <a:sym typeface="Fira Sans Condensed Light"/>
            </a:endParaRPr>
          </a:p>
        </p:txBody>
      </p:sp>
      <p:sp>
        <p:nvSpPr>
          <p:cNvPr id="13" name="Google Shape;1603;p42"/>
          <p:cNvSpPr txBox="1"/>
          <p:nvPr/>
        </p:nvSpPr>
        <p:spPr>
          <a:xfrm>
            <a:off x="434041" y="3753016"/>
            <a:ext cx="5467516" cy="54571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 Verificar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antibot</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14" name="Google Shape;1603;p42"/>
          <p:cNvSpPr txBox="1"/>
          <p:nvPr/>
        </p:nvSpPr>
        <p:spPr>
          <a:xfrm>
            <a:off x="439296" y="4136646"/>
            <a:ext cx="5467516" cy="54571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5. Confirmar código enviado a correo</a:t>
            </a:r>
          </a:p>
        </p:txBody>
      </p:sp>
      <p:sp>
        <p:nvSpPr>
          <p:cNvPr id="15" name="Google Shape;1603;p42"/>
          <p:cNvSpPr txBox="1"/>
          <p:nvPr/>
        </p:nvSpPr>
        <p:spPr>
          <a:xfrm>
            <a:off x="4611905" y="2050339"/>
            <a:ext cx="4111682" cy="54571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6. Seleccionar  herramientas</a:t>
            </a:r>
          </a:p>
        </p:txBody>
      </p:sp>
      <p:sp>
        <p:nvSpPr>
          <p:cNvPr id="16" name="Google Shape;1603;p42"/>
          <p:cNvSpPr txBox="1"/>
          <p:nvPr/>
        </p:nvSpPr>
        <p:spPr>
          <a:xfrm>
            <a:off x="4627672" y="2581111"/>
            <a:ext cx="4111682" cy="81373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7. Crear nuevo repositorio</a:t>
            </a:r>
          </a:p>
          <a:p>
            <a:pPr algn="just"/>
            <a:r>
              <a:rPr lang="es-ES" sz="1600" dirty="0">
                <a:solidFill>
                  <a:schemeClr val="accent4"/>
                </a:solidFill>
                <a:latin typeface="Fira Sans Condensed Light" panose="020B0604020202020204" charset="0"/>
                <a:cs typeface="Times New Roman" panose="02020603050405020304" pitchFamily="18" charset="0"/>
              </a:rPr>
              <a:t>Nombre: Analítica de datos </a:t>
            </a:r>
            <a:endParaRPr lang="es-ES" sz="1600" dirty="0">
              <a:solidFill>
                <a:srgbClr val="F3F3F3"/>
              </a:solidFill>
              <a:latin typeface="Fira Sans Condensed Light"/>
              <a:ea typeface="Fira Sans Condensed Light"/>
              <a:cs typeface="Fira Sans Condensed Light"/>
              <a:sym typeface="Fira Sans Condensed Light"/>
            </a:endParaRPr>
          </a:p>
          <a:p>
            <a:pPr algn="just"/>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EN LA NUBE</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GitHub del curso</a:t>
            </a: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p:cNvSpPr txBox="1"/>
          <p:nvPr/>
        </p:nvSpPr>
        <p:spPr>
          <a:xfrm>
            <a:off x="-41247" y="2809848"/>
            <a:ext cx="9266154" cy="824233"/>
          </a:xfrm>
          <a:prstGeom prst="rect">
            <a:avLst/>
          </a:prstGeom>
          <a:noFill/>
          <a:ln>
            <a:noFill/>
          </a:ln>
        </p:spPr>
        <p:txBody>
          <a:bodyPr spcFirstLastPara="1" wrap="square" lIns="91425" tIns="182875" rIns="91425" bIns="0" anchor="t" anchorCtr="0">
            <a:noAutofit/>
          </a:bodyPr>
          <a:lstStyle/>
          <a:p>
            <a:pPr algn="just"/>
            <a:r>
              <a:rPr lang="es-ES" sz="2500" b="1" dirty="0">
                <a:solidFill>
                  <a:srgbClr val="F3F3F3"/>
                </a:solidFill>
                <a:latin typeface="Fira Sans Condensed Light"/>
                <a:ea typeface="Fira Sans Condensed Light"/>
                <a:cs typeface="Fira Sans Condensed Light"/>
                <a:sym typeface="Fira Sans Condensed Light"/>
              </a:rPr>
              <a:t>https://github.com/freddy-7/Plataformas_Analitica_Negocios_2026.git</a:t>
            </a:r>
          </a:p>
        </p:txBody>
      </p:sp>
      <p:sp>
        <p:nvSpPr>
          <p:cNvPr id="1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429062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chemeClr val="bg1">
                    <a:lumMod val="60000"/>
                    <a:lumOff val="40000"/>
                  </a:schemeClr>
                </a:solidFill>
                <a:latin typeface="Rajdhani"/>
                <a:ea typeface="Rajdhani"/>
                <a:cs typeface="Rajdhani"/>
                <a:sym typeface="Rajdhani"/>
              </a:rPr>
              <a:t>Python</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chemeClr val="bg1">
                    <a:lumMod val="60000"/>
                    <a:lumOff val="40000"/>
                  </a:schemeClr>
                </a:solidFill>
                <a:effectLst/>
                <a:uLnTx/>
                <a:uFillTx/>
                <a:latin typeface="Rajdhani"/>
                <a:ea typeface="Rajdhani"/>
                <a:cs typeface="Rajdhani"/>
                <a:sym typeface="Rajdhani"/>
              </a:rPr>
              <a:t>Interprete</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cxnSp>
        <p:nvCxnSpPr>
          <p:cNvPr id="18" name="Google Shape;258;p31"/>
          <p:cNvCxnSpPr/>
          <p:nvPr/>
        </p:nvCxnSpPr>
        <p:spPr>
          <a:xfrm rot="16200000" flipH="1">
            <a:off x="4067504" y="3573517"/>
            <a:ext cx="2196662" cy="10510"/>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5444359" y="2402443"/>
            <a:ext cx="3520965" cy="2306191"/>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el intérprete de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python</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err="1">
                <a:solidFill>
                  <a:schemeClr val="accent4"/>
                </a:solidFill>
                <a:latin typeface="Fira Sans Condensed Light" panose="020B0604020202020204" charset="0"/>
                <a:cs typeface="Times New Roman" panose="02020603050405020304" pitchFamily="18" charset="0"/>
              </a:rPr>
              <a:t>Python</a:t>
            </a:r>
            <a:r>
              <a:rPr lang="es-ES" sz="1600" dirty="0">
                <a:solidFill>
                  <a:schemeClr val="accent4"/>
                </a:solidFill>
                <a:latin typeface="Fira Sans Condensed Light" panose="020B0604020202020204" charset="0"/>
                <a:cs typeface="Times New Roman" panose="02020603050405020304" pitchFamily="18" charset="0"/>
              </a:rPr>
              <a:t> es un lenguaje de alto nivel de programación interpretado cuya filosofía hace hincapié en la legibilidad de su código, se utiliza para desarrollar aplicaciones de todo tipo, ejemplos: </a:t>
            </a:r>
            <a:r>
              <a:rPr lang="es-ES" sz="1600" dirty="0" err="1">
                <a:solidFill>
                  <a:schemeClr val="accent4"/>
                </a:solidFill>
                <a:latin typeface="Fira Sans Condensed Light" panose="020B0604020202020204" charset="0"/>
                <a:cs typeface="Times New Roman" panose="02020603050405020304" pitchFamily="18" charset="0"/>
              </a:rPr>
              <a:t>Instagram</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Netflix</a:t>
            </a:r>
            <a:r>
              <a:rPr lang="es-ES" sz="1600" dirty="0">
                <a:solidFill>
                  <a:schemeClr val="accent4"/>
                </a:solidFill>
                <a:latin typeface="Fira Sans Condensed Light" panose="020B0604020202020204" charset="0"/>
                <a:cs typeface="Times New Roman" panose="02020603050405020304" pitchFamily="18" charset="0"/>
              </a:rPr>
              <a:t>, </a:t>
            </a:r>
            <a:r>
              <a:rPr lang="es-ES" sz="1600" dirty="0" err="1">
                <a:solidFill>
                  <a:schemeClr val="accent4"/>
                </a:solidFill>
                <a:latin typeface="Fira Sans Condensed Light" panose="020B0604020202020204" charset="0"/>
                <a:cs typeface="Times New Roman" panose="02020603050405020304" pitchFamily="18" charset="0"/>
              </a:rPr>
              <a:t>Spotify</a:t>
            </a:r>
            <a:r>
              <a:rPr lang="es-ES" sz="1600" dirty="0">
                <a:solidFill>
                  <a:schemeClr val="accent4"/>
                </a:solidFill>
                <a:latin typeface="Fira Sans Condensed Light" panose="020B0604020202020204" charset="0"/>
                <a:cs typeface="Times New Roman" panose="02020603050405020304" pitchFamily="18" charset="0"/>
              </a:rPr>
              <a:t>, Panda 3D, entre otros.​ </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48132" name="Picture 4" descr="Los pickles de Python. Programación en Castellano."/>
          <p:cNvPicPr>
            <a:picLocks noChangeAspect="1" noChangeArrowheads="1"/>
          </p:cNvPicPr>
          <p:nvPr/>
        </p:nvPicPr>
        <p:blipFill>
          <a:blip r:embed="rId4"/>
          <a:srcRect/>
          <a:stretch>
            <a:fillRect/>
          </a:stretch>
        </p:blipFill>
        <p:spPr bwMode="auto">
          <a:xfrm>
            <a:off x="249723" y="2585545"/>
            <a:ext cx="4685635" cy="2032438"/>
          </a:xfrm>
          <a:prstGeom prst="rect">
            <a:avLst/>
          </a:prstGeom>
          <a:noFill/>
        </p:spPr>
      </p:pic>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chemeClr val="bg1">
                    <a:lumMod val="60000"/>
                    <a:lumOff val="40000"/>
                  </a:schemeClr>
                </a:solidFill>
                <a:latin typeface="Rajdhani"/>
                <a:ea typeface="Rajdhani"/>
                <a:cs typeface="Rajdhani"/>
                <a:sym typeface="Rajdhani"/>
              </a:rPr>
              <a:t>Python</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chemeClr val="bg1">
                    <a:lumMod val="60000"/>
                    <a:lumOff val="40000"/>
                  </a:schemeClr>
                </a:solidFill>
                <a:effectLst/>
                <a:uLnTx/>
                <a:uFillTx/>
                <a:latin typeface="Rajdhani"/>
                <a:ea typeface="Rajdhani"/>
                <a:cs typeface="Rajdhani"/>
                <a:sym typeface="Rajdhani"/>
              </a:rPr>
              <a:t>Interprete</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p:cNvSpPr txBox="1"/>
          <p:nvPr/>
        </p:nvSpPr>
        <p:spPr>
          <a:xfrm>
            <a:off x="428787" y="218171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Descargar la versión más reciente de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python</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Ingresar a: https://www.python.org/</a:t>
            </a:r>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603;p42"/>
          <p:cNvSpPr txBox="1"/>
          <p:nvPr/>
        </p:nvSpPr>
        <p:spPr>
          <a:xfrm>
            <a:off x="423530" y="2807079"/>
            <a:ext cx="5467516" cy="55622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 Crear una carpeta en el escritorio</a:t>
            </a:r>
          </a:p>
          <a:p>
            <a:pPr algn="just"/>
            <a:r>
              <a:rPr lang="en-US" sz="1600" dirty="0" err="1">
                <a:solidFill>
                  <a:srgbClr val="F3F3F3"/>
                </a:solidFill>
                <a:latin typeface="Fira Sans Condensed Light"/>
                <a:ea typeface="Fira Sans Condensed Light"/>
                <a:cs typeface="Fira Sans Condensed Light"/>
                <a:sym typeface="Fira Sans Condensed Light"/>
              </a:rPr>
              <a:t>Nombre</a:t>
            </a:r>
            <a:r>
              <a:rPr lang="en-US" sz="1600" dirty="0">
                <a:solidFill>
                  <a:srgbClr val="F3F3F3"/>
                </a:solidFill>
                <a:latin typeface="Fira Sans Condensed Light"/>
                <a:ea typeface="Fira Sans Condensed Light"/>
                <a:cs typeface="Fira Sans Condensed Light"/>
                <a:sym typeface="Fira Sans Condensed Light"/>
              </a:rPr>
              <a:t> de la </a:t>
            </a:r>
            <a:r>
              <a:rPr lang="en-US" sz="1600" dirty="0" err="1">
                <a:solidFill>
                  <a:srgbClr val="F3F3F3"/>
                </a:solidFill>
                <a:latin typeface="Fira Sans Condensed Light"/>
                <a:ea typeface="Fira Sans Condensed Light"/>
                <a:cs typeface="Fira Sans Condensed Light"/>
                <a:sym typeface="Fira Sans Condensed Light"/>
              </a:rPr>
              <a:t>carpeta</a:t>
            </a:r>
            <a:r>
              <a:rPr lang="en-US" sz="1600" dirty="0">
                <a:solidFill>
                  <a:srgbClr val="F3F3F3"/>
                </a:solidFill>
                <a:latin typeface="Fira Sans Condensed Light"/>
                <a:ea typeface="Fira Sans Condensed Light"/>
                <a:cs typeface="Fira Sans Condensed Light"/>
                <a:sym typeface="Fira Sans Condensed Light"/>
              </a:rPr>
              <a:t>: </a:t>
            </a:r>
            <a:r>
              <a:rPr lang="en-US" sz="1600" dirty="0" err="1">
                <a:solidFill>
                  <a:srgbClr val="F3F3F3"/>
                </a:solidFill>
                <a:latin typeface="Fira Sans Condensed Light"/>
                <a:ea typeface="Fira Sans Condensed Light"/>
                <a:cs typeface="Fira Sans Condensed Light"/>
                <a:sym typeface="Fira Sans Condensed Light"/>
              </a:rPr>
              <a:t>Proyecto</a:t>
            </a:r>
            <a:endParaRPr lang="es-ES" sz="1600" dirty="0">
              <a:solidFill>
                <a:srgbClr val="F3F3F3"/>
              </a:solidFill>
              <a:latin typeface="Fira Sans Condensed Light"/>
              <a:ea typeface="Fira Sans Condensed Light"/>
              <a:cs typeface="Fira Sans Condensed Light"/>
              <a:sym typeface="Fira Sans Condensed Light"/>
            </a:endParaRPr>
          </a:p>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p>
        </p:txBody>
      </p:sp>
      <p:sp>
        <p:nvSpPr>
          <p:cNvPr id="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3702" y="439311"/>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chemeClr val="bg1">
                    <a:lumMod val="60000"/>
                    <a:lumOff val="40000"/>
                  </a:schemeClr>
                </a:solidFill>
                <a:latin typeface="Rajdhani"/>
                <a:ea typeface="Rajdhani"/>
                <a:cs typeface="Rajdhani"/>
                <a:sym typeface="Rajdhani"/>
              </a:rPr>
              <a:t>Python</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chemeClr val="bg1">
                    <a:lumMod val="60000"/>
                    <a:lumOff val="40000"/>
                  </a:schemeClr>
                </a:solidFill>
                <a:effectLst/>
                <a:uLnTx/>
                <a:uFillTx/>
                <a:latin typeface="Rajdhani"/>
                <a:ea typeface="Rajdhani"/>
                <a:cs typeface="Rajdhani"/>
                <a:sym typeface="Rajdhani"/>
              </a:rPr>
              <a:t>Interprete</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184486"/>
            <a:ext cx="1202121" cy="16349"/>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30" name="Picture 6">
            <a:extLst>
              <a:ext uri="{FF2B5EF4-FFF2-40B4-BE49-F238E27FC236}">
                <a16:creationId xmlns:a16="http://schemas.microsoft.com/office/drawing/2014/main" id="{86F67D0B-90CA-6ADB-3FFD-9CA6351D0B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4984" y="1900972"/>
            <a:ext cx="4591335" cy="2887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64124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Visual</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Studio Code (Editor)</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pic>
        <p:nvPicPr>
          <p:cNvPr id="48130" name="Picture 2" descr="Editor de código Visual Studio Code para el desarrollo web - Iván Andréi"/>
          <p:cNvPicPr>
            <a:picLocks noChangeAspect="1" noChangeArrowheads="1"/>
          </p:cNvPicPr>
          <p:nvPr/>
        </p:nvPicPr>
        <p:blipFill>
          <a:blip r:embed="rId4"/>
          <a:srcRect/>
          <a:stretch>
            <a:fillRect/>
          </a:stretch>
        </p:blipFill>
        <p:spPr bwMode="auto">
          <a:xfrm>
            <a:off x="583792" y="2449937"/>
            <a:ext cx="4072290" cy="2290229"/>
          </a:xfrm>
          <a:prstGeom prst="rect">
            <a:avLst/>
          </a:prstGeom>
          <a:noFill/>
        </p:spPr>
      </p:pic>
      <p:cxnSp>
        <p:nvCxnSpPr>
          <p:cNvPr id="18" name="Google Shape;258;p31"/>
          <p:cNvCxnSpPr/>
          <p:nvPr/>
        </p:nvCxnSpPr>
        <p:spPr>
          <a:xfrm rot="16200000" flipH="1">
            <a:off x="4067504" y="3573517"/>
            <a:ext cx="2196662" cy="10510"/>
          </a:xfrm>
          <a:prstGeom prst="straightConnector1">
            <a:avLst/>
          </a:prstGeom>
          <a:noFill/>
          <a:ln w="19050" cap="flat" cmpd="sng">
            <a:solidFill>
              <a:srgbClr val="F3F3F3"/>
            </a:solidFill>
            <a:prstDash val="solid"/>
            <a:round/>
            <a:headEnd type="oval" w="med" len="med"/>
            <a:tailEnd type="oval" w="med" len="med"/>
          </a:ln>
        </p:spPr>
      </p:cxnSp>
      <p:sp>
        <p:nvSpPr>
          <p:cNvPr id="19" name="Google Shape;1603;p42"/>
          <p:cNvSpPr txBox="1"/>
          <p:nvPr/>
        </p:nvSpPr>
        <p:spPr>
          <a:xfrm>
            <a:off x="5444359" y="2402443"/>
            <a:ext cx="3520965" cy="2306191"/>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¿Qué es Visual Studio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a:p>
            <a:pPr algn="just"/>
            <a:r>
              <a:rPr lang="es-ES" sz="1600" dirty="0">
                <a:solidFill>
                  <a:schemeClr val="accent4"/>
                </a:solidFill>
                <a:latin typeface="Fira Sans Condensed Light" panose="020B0604020202020204" charset="0"/>
                <a:cs typeface="Times New Roman" panose="02020603050405020304" pitchFamily="18" charset="0"/>
              </a:rPr>
              <a:t>Es un editor de código fuente desarrollado por Microsoft para Windows, Linux, </a:t>
            </a:r>
            <a:r>
              <a:rPr lang="es-ES" sz="1600" dirty="0" err="1">
                <a:solidFill>
                  <a:schemeClr val="accent4"/>
                </a:solidFill>
                <a:latin typeface="Fira Sans Condensed Light" panose="020B0604020202020204" charset="0"/>
                <a:cs typeface="Times New Roman" panose="02020603050405020304" pitchFamily="18" charset="0"/>
              </a:rPr>
              <a:t>macOS</a:t>
            </a:r>
            <a:r>
              <a:rPr lang="es-ES" sz="1600" dirty="0">
                <a:solidFill>
                  <a:schemeClr val="accent4"/>
                </a:solidFill>
                <a:latin typeface="Fira Sans Condensed Light" panose="020B0604020202020204" charset="0"/>
                <a:cs typeface="Times New Roman" panose="02020603050405020304" pitchFamily="18" charset="0"/>
              </a:rPr>
              <a:t> y Web. Incluye soporte para la depuración, control integrado de </a:t>
            </a:r>
            <a:r>
              <a:rPr lang="es-ES" sz="1600" dirty="0" err="1">
                <a:solidFill>
                  <a:schemeClr val="accent4"/>
                </a:solidFill>
                <a:latin typeface="Fira Sans Condensed Light" panose="020B0604020202020204" charset="0"/>
                <a:cs typeface="Times New Roman" panose="02020603050405020304" pitchFamily="18" charset="0"/>
              </a:rPr>
              <a:t>Git</a:t>
            </a:r>
            <a:r>
              <a:rPr lang="es-ES" sz="1600" dirty="0">
                <a:solidFill>
                  <a:schemeClr val="accent4"/>
                </a:solidFill>
                <a:latin typeface="Fira Sans Condensed Light" panose="020B0604020202020204" charset="0"/>
                <a:cs typeface="Times New Roman" panose="02020603050405020304" pitchFamily="18" charset="0"/>
              </a:rPr>
              <a:t>, resaltado de sintaxis, finalización inteligente de código, fragmentos y refactorización de código.</a:t>
            </a:r>
            <a:endParaRPr lang="es-ES" dirty="0">
              <a:solidFill>
                <a:srgbClr val="F3F3F3"/>
              </a:solidFill>
              <a:latin typeface="Fira Sans Condensed Light"/>
              <a:ea typeface="Fira Sans Condensed Light"/>
              <a:cs typeface="Fira Sans Condensed Light"/>
              <a:sym typeface="Fira Sans Condensed Light"/>
            </a:endParaRPr>
          </a:p>
        </p:txBody>
      </p:sp>
      <p:sp>
        <p:nvSpPr>
          <p:cNvPr id="8"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Visual</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Studio Code (Editor)</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p:cNvSpPr txBox="1"/>
          <p:nvPr/>
        </p:nvSpPr>
        <p:spPr>
          <a:xfrm>
            <a:off x="428787" y="218171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Descargar Visual Studio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cs typeface="Times New Roman" panose="02020603050405020304" pitchFamily="18" charset="0"/>
              </a:rPr>
              <a:t>Ingresar a: https://code.visualstudio.com/</a:t>
            </a:r>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603;p42"/>
          <p:cNvSpPr txBox="1"/>
          <p:nvPr/>
        </p:nvSpPr>
        <p:spPr>
          <a:xfrm>
            <a:off x="423530" y="2786059"/>
            <a:ext cx="5467516" cy="55622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 Elegir la versión apropiada para mi sistema operativo</a:t>
            </a:r>
          </a:p>
        </p:txBody>
      </p:sp>
      <p:sp>
        <p:nvSpPr>
          <p:cNvPr id="10" name="Google Shape;1603;p42"/>
          <p:cNvSpPr txBox="1"/>
          <p:nvPr/>
        </p:nvSpPr>
        <p:spPr>
          <a:xfrm>
            <a:off x="428787" y="3274791"/>
            <a:ext cx="5467516" cy="666590"/>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 Agrega atajo al escritorio</a:t>
            </a:r>
          </a:p>
        </p:txBody>
      </p:sp>
      <p:sp>
        <p:nvSpPr>
          <p:cNvPr id="11" name="Google Shape;1603;p42"/>
          <p:cNvSpPr txBox="1"/>
          <p:nvPr/>
        </p:nvSpPr>
        <p:spPr>
          <a:xfrm>
            <a:off x="444551" y="3763523"/>
            <a:ext cx="5467516" cy="545716"/>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 Correr el programa </a:t>
            </a:r>
          </a:p>
        </p:txBody>
      </p:sp>
      <p:sp>
        <p:nvSpPr>
          <p:cNvPr id="12"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Visual</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Studio Code (Editor)</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p:cNvSpPr txBox="1"/>
          <p:nvPr/>
        </p:nvSpPr>
        <p:spPr>
          <a:xfrm>
            <a:off x="428787" y="218171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Descargar extensiones requeridas </a:t>
            </a:r>
          </a:p>
          <a:p>
            <a:pPr algn="just"/>
            <a:r>
              <a:rPr lang="es-ES" sz="1600" dirty="0">
                <a:solidFill>
                  <a:schemeClr val="accent4"/>
                </a:solidFill>
                <a:latin typeface="Fira Sans Condensed Light" panose="020B0604020202020204" charset="0"/>
                <a:cs typeface="Times New Roman" panose="02020603050405020304" pitchFamily="18" charset="0"/>
              </a:rPr>
              <a:t>Ingresar a extensiones y buscar:</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55298" name="Picture 2"/>
          <p:cNvPicPr>
            <a:picLocks noChangeAspect="1" noChangeArrowheads="1"/>
          </p:cNvPicPr>
          <p:nvPr/>
        </p:nvPicPr>
        <p:blipFill>
          <a:blip r:embed="rId4"/>
          <a:srcRect t="12069" r="76897" b="31610"/>
          <a:stretch>
            <a:fillRect/>
          </a:stretch>
        </p:blipFill>
        <p:spPr bwMode="auto">
          <a:xfrm>
            <a:off x="5244663" y="977460"/>
            <a:ext cx="2982954" cy="4088524"/>
          </a:xfrm>
          <a:prstGeom prst="rect">
            <a:avLst/>
          </a:prstGeom>
          <a:noFill/>
          <a:ln w="9525">
            <a:noFill/>
            <a:miter lim="800000"/>
            <a:headEnd/>
            <a:tailEnd/>
          </a:ln>
          <a:effectLst/>
        </p:spPr>
      </p:pic>
      <p:sp>
        <p:nvSpPr>
          <p:cNvPr id="7"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cxnSp>
        <p:nvCxnSpPr>
          <p:cNvPr id="2" name="Conector recto de flecha 1">
            <a:extLst>
              <a:ext uri="{FF2B5EF4-FFF2-40B4-BE49-F238E27FC236}">
                <a16:creationId xmlns:a16="http://schemas.microsoft.com/office/drawing/2014/main" id="{14FA5020-6AA3-7D4E-142E-58DC5681F4BF}"/>
              </a:ext>
            </a:extLst>
          </p:cNvPr>
          <p:cNvCxnSpPr>
            <a:cxnSpLocks/>
          </p:cNvCxnSpPr>
          <p:nvPr/>
        </p:nvCxnSpPr>
        <p:spPr>
          <a:xfrm flipH="1">
            <a:off x="8335108" y="1441939"/>
            <a:ext cx="32824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 name="Conector recto de flecha 2">
            <a:extLst>
              <a:ext uri="{FF2B5EF4-FFF2-40B4-BE49-F238E27FC236}">
                <a16:creationId xmlns:a16="http://schemas.microsoft.com/office/drawing/2014/main" id="{709C290A-32D5-F105-413F-70CD7B55F321}"/>
              </a:ext>
            </a:extLst>
          </p:cNvPr>
          <p:cNvCxnSpPr>
            <a:cxnSpLocks/>
          </p:cNvCxnSpPr>
          <p:nvPr/>
        </p:nvCxnSpPr>
        <p:spPr>
          <a:xfrm flipH="1">
            <a:off x="8335108" y="1899138"/>
            <a:ext cx="32824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 name="Conector recto de flecha 3">
            <a:extLst>
              <a:ext uri="{FF2B5EF4-FFF2-40B4-BE49-F238E27FC236}">
                <a16:creationId xmlns:a16="http://schemas.microsoft.com/office/drawing/2014/main" id="{BF52CC19-4F33-79AC-5112-562EC58E7503}"/>
              </a:ext>
            </a:extLst>
          </p:cNvPr>
          <p:cNvCxnSpPr>
            <a:cxnSpLocks/>
          </p:cNvCxnSpPr>
          <p:nvPr/>
        </p:nvCxnSpPr>
        <p:spPr>
          <a:xfrm flipH="1">
            <a:off x="8335108" y="2356339"/>
            <a:ext cx="32824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Conector recto de flecha 4">
            <a:extLst>
              <a:ext uri="{FF2B5EF4-FFF2-40B4-BE49-F238E27FC236}">
                <a16:creationId xmlns:a16="http://schemas.microsoft.com/office/drawing/2014/main" id="{82C0338B-1B85-DF5F-4E07-45001DDAD186}"/>
              </a:ext>
            </a:extLst>
          </p:cNvPr>
          <p:cNvCxnSpPr>
            <a:cxnSpLocks/>
          </p:cNvCxnSpPr>
          <p:nvPr/>
        </p:nvCxnSpPr>
        <p:spPr>
          <a:xfrm flipH="1">
            <a:off x="8335108" y="4818185"/>
            <a:ext cx="32824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Consola</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sp>
        <p:nvSpPr>
          <p:cNvPr id="8" name="Google Shape;1603;p42"/>
          <p:cNvSpPr txBox="1"/>
          <p:nvPr/>
        </p:nvSpPr>
        <p:spPr>
          <a:xfrm>
            <a:off x="428787" y="2181714"/>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Descargar extensiones requeridas </a:t>
            </a:r>
          </a:p>
          <a:p>
            <a:pPr algn="just"/>
            <a:r>
              <a:rPr lang="es-ES" sz="1600" dirty="0">
                <a:solidFill>
                  <a:schemeClr val="accent4"/>
                </a:solidFill>
                <a:latin typeface="Fira Sans Condensed Light" panose="020B0604020202020204" charset="0"/>
                <a:cs typeface="Times New Roman" panose="02020603050405020304" pitchFamily="18" charset="0"/>
              </a:rPr>
              <a:t>Ingresar a extensiones y buscar:</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56322" name="Picture 2"/>
          <p:cNvPicPr>
            <a:picLocks noChangeAspect="1" noChangeArrowheads="1"/>
          </p:cNvPicPr>
          <p:nvPr/>
        </p:nvPicPr>
        <p:blipFill>
          <a:blip r:embed="rId4"/>
          <a:srcRect t="11925" r="76735" b="31208"/>
          <a:stretch>
            <a:fillRect/>
          </a:stretch>
        </p:blipFill>
        <p:spPr bwMode="auto">
          <a:xfrm>
            <a:off x="5244663" y="1054977"/>
            <a:ext cx="2952061" cy="4056993"/>
          </a:xfrm>
          <a:prstGeom prst="rect">
            <a:avLst/>
          </a:prstGeom>
          <a:noFill/>
          <a:ln w="9525">
            <a:noFill/>
            <a:miter lim="800000"/>
            <a:headEnd/>
            <a:tailEnd/>
          </a:ln>
          <a:effectLst/>
        </p:spPr>
      </p:pic>
      <p:sp>
        <p:nvSpPr>
          <p:cNvPr id="9" name="Google Shape;1603;p42"/>
          <p:cNvSpPr txBox="1"/>
          <p:nvPr/>
        </p:nvSpPr>
        <p:spPr>
          <a:xfrm>
            <a:off x="476084" y="3238003"/>
            <a:ext cx="5467516" cy="824233"/>
          </a:xfrm>
          <a:prstGeom prst="rect">
            <a:avLst/>
          </a:prstGeom>
          <a:noFill/>
          <a:ln>
            <a:noFill/>
          </a:ln>
        </p:spPr>
        <p:txBody>
          <a:bodyPr spcFirstLastPara="1" wrap="square" lIns="91425" tIns="182875" rIns="91425" bIns="0" anchor="t" anchorCtr="0">
            <a:noAutofit/>
          </a:bodyPr>
          <a:lstStyle/>
          <a:p>
            <a:pPr algn="just"/>
            <a:endParaRPr lang="es-ES" dirty="0">
              <a:solidFill>
                <a:srgbClr val="F3F3F3"/>
              </a:solidFill>
              <a:latin typeface="Fira Sans Condensed Light"/>
              <a:ea typeface="Fira Sans Condensed Light"/>
              <a:cs typeface="Fira Sans Condensed Light"/>
              <a:sym typeface="Fira Sans Condensed Light"/>
            </a:endParaRPr>
          </a:p>
        </p:txBody>
      </p:sp>
      <p:cxnSp>
        <p:nvCxnSpPr>
          <p:cNvPr id="3" name="Conector recto de flecha 2">
            <a:extLst>
              <a:ext uri="{FF2B5EF4-FFF2-40B4-BE49-F238E27FC236}">
                <a16:creationId xmlns:a16="http://schemas.microsoft.com/office/drawing/2014/main" id="{DD3F64D9-F87A-98A3-C64A-209D6204A98F}"/>
              </a:ext>
            </a:extLst>
          </p:cNvPr>
          <p:cNvCxnSpPr>
            <a:cxnSpLocks/>
          </p:cNvCxnSpPr>
          <p:nvPr/>
        </p:nvCxnSpPr>
        <p:spPr>
          <a:xfrm flipH="1">
            <a:off x="8311662" y="1453662"/>
            <a:ext cx="32824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73E458ED-4BFA-F50D-2B24-A00790D5B97A}"/>
              </a:ext>
            </a:extLst>
          </p:cNvPr>
          <p:cNvCxnSpPr>
            <a:cxnSpLocks/>
          </p:cNvCxnSpPr>
          <p:nvPr/>
        </p:nvCxnSpPr>
        <p:spPr>
          <a:xfrm flipH="1">
            <a:off x="8311662" y="1863969"/>
            <a:ext cx="32824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95EB4492-60DA-1F20-6ACD-FEB753F159C4}"/>
              </a:ext>
            </a:extLst>
          </p:cNvPr>
          <p:cNvCxnSpPr>
            <a:cxnSpLocks/>
          </p:cNvCxnSpPr>
          <p:nvPr/>
        </p:nvCxnSpPr>
        <p:spPr>
          <a:xfrm flipH="1">
            <a:off x="8311662" y="3915508"/>
            <a:ext cx="32824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BCABB2FB-B253-98A1-AE5B-1B1D7A90F7B1}"/>
              </a:ext>
            </a:extLst>
          </p:cNvPr>
          <p:cNvCxnSpPr>
            <a:cxnSpLocks/>
          </p:cNvCxnSpPr>
          <p:nvPr/>
        </p:nvCxnSpPr>
        <p:spPr>
          <a:xfrm flipH="1">
            <a:off x="8311662" y="4443046"/>
            <a:ext cx="32824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Consola</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2113" y="2313646"/>
            <a:ext cx="3956611"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Crear nuestro primer programa de prueba </a:t>
            </a:r>
            <a:r>
              <a:rPr lang="en-US" sz="1600" b="1"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rPr>
              <a:t>“Hola </a:t>
            </a:r>
            <a:r>
              <a:rPr lang="en-US" sz="1600" b="1" dirty="0" err="1">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rPr>
              <a:t>mundo</a:t>
            </a:r>
            <a:r>
              <a:rPr lang="en-US" sz="1600" b="1"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rPr>
              <a:t>”</a:t>
            </a:r>
            <a:endPar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n-US" sz="1600"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endParaRPr>
          </a:p>
          <a:p>
            <a:pPr algn="just"/>
            <a:r>
              <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a:t>
            </a:r>
            <a:r>
              <a:rPr lang="en-US" sz="1600" dirty="0" err="1">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Código</a:t>
            </a:r>
            <a:r>
              <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 </a:t>
            </a:r>
            <a:r>
              <a:rPr lang="en-US" sz="1600" dirty="0" err="1">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descrito</a:t>
            </a:r>
            <a:r>
              <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 en </a:t>
            </a:r>
            <a:r>
              <a:rPr lang="en-US" sz="1600" dirty="0" err="1">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clase</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1603;p42">
            <a:extLst>
              <a:ext uri="{FF2B5EF4-FFF2-40B4-BE49-F238E27FC236}">
                <a16:creationId xmlns:a16="http://schemas.microsoft.com/office/drawing/2014/main" id="{D54A503C-66C1-1F73-0CD3-42E1845B85D1}"/>
              </a:ext>
            </a:extLst>
          </p:cNvPr>
          <p:cNvSpPr txBox="1"/>
          <p:nvPr/>
        </p:nvSpPr>
        <p:spPr>
          <a:xfrm>
            <a:off x="4330312" y="1859488"/>
            <a:ext cx="4521586" cy="908317"/>
          </a:xfrm>
          <a:prstGeom prst="rect">
            <a:avLst/>
          </a:prstGeom>
          <a:noFill/>
          <a:ln>
            <a:noFill/>
          </a:ln>
        </p:spPr>
        <p:txBody>
          <a:bodyPr spcFirstLastPara="1" wrap="square" lIns="91425" tIns="182875" rIns="91425" bIns="0" anchor="t" anchorCtr="0">
            <a:noAutofit/>
          </a:bodyPr>
          <a:lstStyle/>
          <a:p>
            <a:pPr algn="just"/>
            <a:r>
              <a:rPr lang="es-ES" sz="1600" b="1" dirty="0">
                <a:solidFill>
                  <a:srgbClr val="FFFF00"/>
                </a:solidFill>
                <a:latin typeface="Fira Sans Condensed Light" panose="020B0604020202020204" charset="0"/>
                <a:cs typeface="Times New Roman" panose="02020603050405020304" pitchFamily="18" charset="0"/>
              </a:rPr>
              <a:t>NOTA: EN CASO DE NO TENER INSTALADA LA PAQUETERIA PIP,  AGREGAR EL PATH DE LAS VARIABLES DE ENTORNO o intentar desde </a:t>
            </a:r>
            <a:r>
              <a:rPr lang="es-ES" sz="1600" b="1" dirty="0" err="1">
                <a:solidFill>
                  <a:srgbClr val="FFFF00"/>
                </a:solidFill>
                <a:latin typeface="Fira Sans Condensed Light" panose="020B0604020202020204" charset="0"/>
                <a:cs typeface="Times New Roman" panose="02020603050405020304" pitchFamily="18" charset="0"/>
              </a:rPr>
              <a:t>cmd</a:t>
            </a:r>
            <a:r>
              <a:rPr lang="es-ES" sz="1600" b="1" dirty="0">
                <a:solidFill>
                  <a:srgbClr val="FFFF00"/>
                </a:solidFill>
                <a:latin typeface="Fira Sans Condensed Light" panose="020B0604020202020204" charset="0"/>
                <a:cs typeface="Times New Roman" panose="02020603050405020304" pitchFamily="18" charset="0"/>
              </a:rPr>
              <a:t>:</a:t>
            </a:r>
          </a:p>
          <a:p>
            <a:pPr algn="just"/>
            <a:endParaRPr lang="es-ES" sz="1600" b="1" dirty="0">
              <a:solidFill>
                <a:srgbClr val="FFFF00"/>
              </a:solidFill>
              <a:latin typeface="Fira Sans Condensed Light" panose="020B0604020202020204" charset="0"/>
              <a:cs typeface="Times New Roman" panose="02020603050405020304" pitchFamily="18" charset="0"/>
            </a:endParaRPr>
          </a:p>
          <a:p>
            <a:pPr algn="just"/>
            <a:r>
              <a:rPr lang="es-ES" sz="1600" b="1" dirty="0">
                <a:solidFill>
                  <a:srgbClr val="FFFF00"/>
                </a:solidFill>
                <a:latin typeface="Fira Sans Condensed Light" panose="020B0604020202020204" charset="0"/>
                <a:ea typeface="Fira Sans Condensed Light"/>
                <a:cs typeface="Times New Roman" panose="02020603050405020304" pitchFamily="18" charset="0"/>
                <a:sym typeface="Fira Sans Condensed Light"/>
              </a:rPr>
              <a:t>Windows:</a:t>
            </a:r>
          </a:p>
          <a:p>
            <a:pPr algn="just"/>
            <a:r>
              <a:rPr lang="sv-SE" sz="1600" dirty="0">
                <a:solidFill>
                  <a:schemeClr val="bg1">
                    <a:lumMod val="60000"/>
                    <a:lumOff val="40000"/>
                  </a:schemeClr>
                </a:solidFill>
              </a:rPr>
              <a:t>python -m ensurepip --upgrade</a:t>
            </a:r>
          </a:p>
          <a:p>
            <a:pPr algn="just"/>
            <a:r>
              <a:rPr lang="sv-SE" sz="1600" dirty="0">
                <a:solidFill>
                  <a:schemeClr val="bg1">
                    <a:lumMod val="60000"/>
                    <a:lumOff val="40000"/>
                  </a:schemeClr>
                </a:solidFill>
              </a:rPr>
              <a:t>python -m pip install --upgrade pip</a:t>
            </a:r>
          </a:p>
          <a:p>
            <a:pPr algn="just"/>
            <a:r>
              <a:rPr lang="en-US" sz="1600" b="1"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rPr>
              <a:t>python -m pip –version</a:t>
            </a:r>
          </a:p>
          <a:p>
            <a:pPr algn="just"/>
            <a:endParaRPr lang="en-US" sz="1600" b="1"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endParaRPr>
          </a:p>
          <a:p>
            <a:pPr algn="just"/>
            <a:r>
              <a:rPr lang="es-ES" sz="1600" b="1" dirty="0">
                <a:solidFill>
                  <a:srgbClr val="FFFF00"/>
                </a:solidFill>
                <a:latin typeface="Fira Sans Condensed Light" panose="020B0604020202020204" charset="0"/>
                <a:ea typeface="Fira Sans Condensed Light"/>
                <a:cs typeface="Times New Roman" panose="02020603050405020304" pitchFamily="18" charset="0"/>
                <a:sym typeface="Fira Sans Condensed Light"/>
              </a:rPr>
              <a:t>Mac:</a:t>
            </a:r>
          </a:p>
          <a:p>
            <a:pPr algn="just"/>
            <a:r>
              <a:rPr lang="en-US" sz="1600" dirty="0">
                <a:solidFill>
                  <a:schemeClr val="bg1">
                    <a:lumMod val="60000"/>
                    <a:lumOff val="40000"/>
                  </a:schemeClr>
                </a:solidFill>
              </a:rPr>
              <a:t>python3 -m pip install </a:t>
            </a:r>
            <a:r>
              <a:rPr lang="en-US" sz="1600" dirty="0" err="1">
                <a:solidFill>
                  <a:schemeClr val="bg1">
                    <a:lumMod val="60000"/>
                    <a:lumOff val="40000"/>
                  </a:schemeClr>
                </a:solidFill>
              </a:rPr>
              <a:t>paquete</a:t>
            </a:r>
            <a:endParaRPr lang="en-US" sz="1600" b="1"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n-US" sz="1600"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7135969"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Ingreso a configuración o ajustes y coloco en búsqueda lo siguiente:</a:t>
            </a:r>
            <a:endParaRPr lang="en-US" sz="1600" dirty="0">
              <a:solidFill>
                <a:schemeClr val="bg1">
                  <a:lumMod val="60000"/>
                  <a:lumOff val="40000"/>
                </a:schemeClr>
              </a:solidFill>
              <a:latin typeface="Fira Sans Condensed Light" panose="020B0604020202020204" charset="0"/>
              <a:ea typeface="Fira Sans Condensed Light"/>
              <a:cs typeface="Times New Roman" panose="02020603050405020304" pitchFamily="18" charset="0"/>
              <a:sym typeface="Fira Sans Condensed Light"/>
            </a:endParaRPr>
          </a:p>
          <a:p>
            <a:pPr algn="just"/>
            <a:r>
              <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rPr>
              <a:t>Variables</a:t>
            </a:r>
            <a:endPar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 name="Imagen 2">
            <a:extLst>
              <a:ext uri="{FF2B5EF4-FFF2-40B4-BE49-F238E27FC236}">
                <a16:creationId xmlns:a16="http://schemas.microsoft.com/office/drawing/2014/main" id="{56B274AC-CFFF-8FAD-D674-AAA0B882DA77}"/>
              </a:ext>
            </a:extLst>
          </p:cNvPr>
          <p:cNvPicPr>
            <a:picLocks noChangeAspect="1"/>
          </p:cNvPicPr>
          <p:nvPr/>
        </p:nvPicPr>
        <p:blipFill rotWithShape="1">
          <a:blip r:embed="rId4"/>
          <a:srcRect r="51796" b="62091"/>
          <a:stretch/>
        </p:blipFill>
        <p:spPr>
          <a:xfrm>
            <a:off x="2325336" y="2734908"/>
            <a:ext cx="4493327" cy="1986674"/>
          </a:xfrm>
          <a:prstGeom prst="rect">
            <a:avLst/>
          </a:prstGeom>
        </p:spPr>
      </p:pic>
    </p:spTree>
    <p:extLst>
      <p:ext uri="{BB962C8B-B14F-4D97-AF65-F5344CB8AC3E}">
        <p14:creationId xmlns:p14="http://schemas.microsoft.com/office/powerpoint/2010/main" val="604818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Selecciono: </a:t>
            </a:r>
            <a:r>
              <a:rPr lang="es-ES" sz="1600" dirty="0">
                <a:solidFill>
                  <a:schemeClr val="tx2"/>
                </a:solidFill>
                <a:latin typeface="Fira Sans Condensed Light" panose="020B0604020202020204" charset="0"/>
                <a:cs typeface="Times New Roman" panose="02020603050405020304" pitchFamily="18" charset="0"/>
              </a:rPr>
              <a:t>“Editar las variables de entorno del sistema”</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4" name="Imagen 3">
            <a:extLst>
              <a:ext uri="{FF2B5EF4-FFF2-40B4-BE49-F238E27FC236}">
                <a16:creationId xmlns:a16="http://schemas.microsoft.com/office/drawing/2014/main" id="{6B2D8E7A-3268-8822-878F-647600C1FFD5}"/>
              </a:ext>
            </a:extLst>
          </p:cNvPr>
          <p:cNvPicPr>
            <a:picLocks noChangeAspect="1"/>
          </p:cNvPicPr>
          <p:nvPr/>
        </p:nvPicPr>
        <p:blipFill rotWithShape="1">
          <a:blip r:embed="rId4"/>
          <a:srcRect l="35658" t="9553" r="34022" b="26370"/>
          <a:stretch/>
        </p:blipFill>
        <p:spPr>
          <a:xfrm>
            <a:off x="4887333" y="1038752"/>
            <a:ext cx="3344858" cy="3974312"/>
          </a:xfrm>
          <a:prstGeom prst="rect">
            <a:avLst/>
          </a:prstGeom>
        </p:spPr>
      </p:pic>
      <p:sp>
        <p:nvSpPr>
          <p:cNvPr id="5" name="Google Shape;1603;p42">
            <a:extLst>
              <a:ext uri="{FF2B5EF4-FFF2-40B4-BE49-F238E27FC236}">
                <a16:creationId xmlns:a16="http://schemas.microsoft.com/office/drawing/2014/main" id="{08DC46DE-941C-0074-F92F-2D51C608999C}"/>
              </a:ext>
            </a:extLst>
          </p:cNvPr>
          <p:cNvSpPr txBox="1"/>
          <p:nvPr/>
        </p:nvSpPr>
        <p:spPr>
          <a:xfrm>
            <a:off x="378523" y="2969029"/>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Selecciono: </a:t>
            </a:r>
            <a:r>
              <a:rPr lang="es-ES" sz="1600" dirty="0">
                <a:solidFill>
                  <a:schemeClr val="tx2"/>
                </a:solidFill>
                <a:latin typeface="Fira Sans Condensed Light" panose="020B0604020202020204" charset="0"/>
                <a:cs typeface="Times New Roman" panose="02020603050405020304" pitchFamily="18" charset="0"/>
              </a:rPr>
              <a:t>“Variables de entorno”</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955503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Selecciono: </a:t>
            </a:r>
            <a:r>
              <a:rPr lang="es-ES" sz="1600" dirty="0">
                <a:solidFill>
                  <a:schemeClr val="tx2"/>
                </a:solidFill>
                <a:latin typeface="Fira Sans Condensed Light" panose="020B0604020202020204" charset="0"/>
                <a:cs typeface="Times New Roman" panose="02020603050405020304" pitchFamily="18" charset="0"/>
              </a:rPr>
              <a:t>“</a:t>
            </a:r>
            <a:r>
              <a:rPr lang="es-ES" sz="1600" dirty="0" err="1">
                <a:solidFill>
                  <a:schemeClr val="tx2"/>
                </a:solidFill>
                <a:latin typeface="Fira Sans Condensed Light" panose="020B0604020202020204" charset="0"/>
                <a:cs typeface="Times New Roman" panose="02020603050405020304" pitchFamily="18" charset="0"/>
              </a:rPr>
              <a:t>Path</a:t>
            </a:r>
            <a:r>
              <a:rPr lang="es-ES" sz="1600" dirty="0">
                <a:solidFill>
                  <a:schemeClr val="tx2"/>
                </a:solidFill>
                <a:latin typeface="Fira Sans Condensed Light" panose="020B0604020202020204" charset="0"/>
                <a:cs typeface="Times New Roman" panose="02020603050405020304" pitchFamily="18" charset="0"/>
              </a:rPr>
              <a:t>”</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5" name="Google Shape;1603;p42">
            <a:extLst>
              <a:ext uri="{FF2B5EF4-FFF2-40B4-BE49-F238E27FC236}">
                <a16:creationId xmlns:a16="http://schemas.microsoft.com/office/drawing/2014/main" id="{08DC46DE-941C-0074-F92F-2D51C608999C}"/>
              </a:ext>
            </a:extLst>
          </p:cNvPr>
          <p:cNvSpPr txBox="1"/>
          <p:nvPr/>
        </p:nvSpPr>
        <p:spPr>
          <a:xfrm>
            <a:off x="378523" y="2969029"/>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5. Selecciono: </a:t>
            </a:r>
            <a:r>
              <a:rPr lang="es-ES" sz="1600" dirty="0">
                <a:solidFill>
                  <a:schemeClr val="tx2"/>
                </a:solidFill>
                <a:latin typeface="Fira Sans Condensed Light" panose="020B0604020202020204" charset="0"/>
                <a:cs typeface="Times New Roman" panose="02020603050405020304" pitchFamily="18" charset="0"/>
              </a:rPr>
              <a:t>“Editar”</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pic>
        <p:nvPicPr>
          <p:cNvPr id="3" name="Imagen 2">
            <a:extLst>
              <a:ext uri="{FF2B5EF4-FFF2-40B4-BE49-F238E27FC236}">
                <a16:creationId xmlns:a16="http://schemas.microsoft.com/office/drawing/2014/main" id="{39D18B46-833C-1D51-A7D8-FB85C789491C}"/>
              </a:ext>
            </a:extLst>
          </p:cNvPr>
          <p:cNvPicPr>
            <a:picLocks noChangeAspect="1"/>
          </p:cNvPicPr>
          <p:nvPr/>
        </p:nvPicPr>
        <p:blipFill rotWithShape="1">
          <a:blip r:embed="rId4"/>
          <a:srcRect l="27581" t="8641" r="27377" b="16109"/>
          <a:stretch/>
        </p:blipFill>
        <p:spPr>
          <a:xfrm>
            <a:off x="4653304" y="1091600"/>
            <a:ext cx="4118583" cy="3868615"/>
          </a:xfrm>
          <a:prstGeom prst="rect">
            <a:avLst/>
          </a:prstGeom>
        </p:spPr>
      </p:pic>
    </p:spTree>
    <p:extLst>
      <p:ext uri="{BB962C8B-B14F-4D97-AF65-F5344CB8AC3E}">
        <p14:creationId xmlns:p14="http://schemas.microsoft.com/office/powerpoint/2010/main" val="3929820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6. Selecciono: </a:t>
            </a:r>
            <a:r>
              <a:rPr lang="es-ES" sz="1600" dirty="0">
                <a:solidFill>
                  <a:schemeClr val="tx2"/>
                </a:solidFill>
                <a:latin typeface="Fira Sans Condensed Light" panose="020B0604020202020204" charset="0"/>
                <a:cs typeface="Times New Roman" panose="02020603050405020304" pitchFamily="18" charset="0"/>
              </a:rPr>
              <a:t>“Nuevo”</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4" name="Imagen 3">
            <a:extLst>
              <a:ext uri="{FF2B5EF4-FFF2-40B4-BE49-F238E27FC236}">
                <a16:creationId xmlns:a16="http://schemas.microsoft.com/office/drawing/2014/main" id="{AF5A97E5-E663-CBB4-34C8-59180D23A26A}"/>
              </a:ext>
            </a:extLst>
          </p:cNvPr>
          <p:cNvPicPr>
            <a:picLocks noChangeAspect="1"/>
          </p:cNvPicPr>
          <p:nvPr/>
        </p:nvPicPr>
        <p:blipFill rotWithShape="1">
          <a:blip r:embed="rId4"/>
          <a:srcRect l="30530" t="12857" r="30567" b="20669"/>
          <a:stretch/>
        </p:blipFill>
        <p:spPr>
          <a:xfrm>
            <a:off x="4846628" y="1143513"/>
            <a:ext cx="3918849" cy="3764789"/>
          </a:xfrm>
          <a:prstGeom prst="rect">
            <a:avLst/>
          </a:prstGeom>
        </p:spPr>
      </p:pic>
    </p:spTree>
    <p:extLst>
      <p:ext uri="{BB962C8B-B14F-4D97-AF65-F5344CB8AC3E}">
        <p14:creationId xmlns:p14="http://schemas.microsoft.com/office/powerpoint/2010/main" val="2502182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7. Busco: </a:t>
            </a:r>
            <a:r>
              <a:rPr lang="es-ES" sz="1600" dirty="0">
                <a:solidFill>
                  <a:schemeClr val="tx2"/>
                </a:solidFill>
                <a:latin typeface="Fira Sans Condensed Light" panose="020B0604020202020204" charset="0"/>
                <a:cs typeface="Times New Roman" panose="02020603050405020304" pitchFamily="18" charset="0"/>
              </a:rPr>
              <a:t>“Python”</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 name="Imagen 2">
            <a:extLst>
              <a:ext uri="{FF2B5EF4-FFF2-40B4-BE49-F238E27FC236}">
                <a16:creationId xmlns:a16="http://schemas.microsoft.com/office/drawing/2014/main" id="{89BC5306-D012-A541-0193-37D7F907C84B}"/>
              </a:ext>
            </a:extLst>
          </p:cNvPr>
          <p:cNvPicPr>
            <a:picLocks noChangeAspect="1"/>
          </p:cNvPicPr>
          <p:nvPr/>
        </p:nvPicPr>
        <p:blipFill rotWithShape="1">
          <a:blip r:embed="rId4"/>
          <a:srcRect l="25915" t="523" r="17719" b="-24"/>
          <a:stretch/>
        </p:blipFill>
        <p:spPr>
          <a:xfrm>
            <a:off x="4571999" y="1050624"/>
            <a:ext cx="3985067" cy="3955129"/>
          </a:xfrm>
          <a:prstGeom prst="rect">
            <a:avLst/>
          </a:prstGeom>
        </p:spPr>
      </p:pic>
      <p:sp>
        <p:nvSpPr>
          <p:cNvPr id="5" name="Google Shape;1603;p42">
            <a:extLst>
              <a:ext uri="{FF2B5EF4-FFF2-40B4-BE49-F238E27FC236}">
                <a16:creationId xmlns:a16="http://schemas.microsoft.com/office/drawing/2014/main" id="{C0741D31-888B-A9C3-797A-66AA6BDEE644}"/>
              </a:ext>
            </a:extLst>
          </p:cNvPr>
          <p:cNvSpPr txBox="1"/>
          <p:nvPr/>
        </p:nvSpPr>
        <p:spPr>
          <a:xfrm>
            <a:off x="372113" y="2714037"/>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8. Clic derecho sobre: </a:t>
            </a:r>
            <a:r>
              <a:rPr lang="es-ES" sz="1600" dirty="0">
                <a:solidFill>
                  <a:schemeClr val="tx2"/>
                </a:solidFill>
                <a:latin typeface="Fira Sans Condensed Light" panose="020B0604020202020204" charset="0"/>
                <a:cs typeface="Times New Roman" panose="02020603050405020304" pitchFamily="18" charset="0"/>
              </a:rPr>
              <a:t>“IDLE (Python 3.11 64 bits)”</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6" name="Google Shape;1603;p42">
            <a:extLst>
              <a:ext uri="{FF2B5EF4-FFF2-40B4-BE49-F238E27FC236}">
                <a16:creationId xmlns:a16="http://schemas.microsoft.com/office/drawing/2014/main" id="{65864CF3-24A8-C1B3-5FB2-0AD793DD754B}"/>
              </a:ext>
            </a:extLst>
          </p:cNvPr>
          <p:cNvSpPr txBox="1"/>
          <p:nvPr/>
        </p:nvSpPr>
        <p:spPr>
          <a:xfrm>
            <a:off x="365703" y="357296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9. Selecciono: </a:t>
            </a:r>
            <a:r>
              <a:rPr lang="es-ES" sz="1600" dirty="0">
                <a:solidFill>
                  <a:schemeClr val="tx2"/>
                </a:solidFill>
                <a:latin typeface="Fira Sans Condensed Light" panose="020B0604020202020204" charset="0"/>
                <a:cs typeface="Times New Roman" panose="02020603050405020304" pitchFamily="18" charset="0"/>
              </a:rPr>
              <a:t>“abrir ubicación del archivo</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cxnSp>
        <p:nvCxnSpPr>
          <p:cNvPr id="8" name="Conector recto de flecha 7">
            <a:extLst>
              <a:ext uri="{FF2B5EF4-FFF2-40B4-BE49-F238E27FC236}">
                <a16:creationId xmlns:a16="http://schemas.microsoft.com/office/drawing/2014/main" id="{9490963A-1C52-2574-221E-78607A659D3D}"/>
              </a:ext>
            </a:extLst>
          </p:cNvPr>
          <p:cNvCxnSpPr>
            <a:cxnSpLocks/>
          </p:cNvCxnSpPr>
          <p:nvPr/>
        </p:nvCxnSpPr>
        <p:spPr>
          <a:xfrm>
            <a:off x="4255475" y="4921875"/>
            <a:ext cx="31652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B687A8EF-AD82-D8D3-ADFB-44C258AAB125}"/>
              </a:ext>
            </a:extLst>
          </p:cNvPr>
          <p:cNvCxnSpPr>
            <a:cxnSpLocks/>
          </p:cNvCxnSpPr>
          <p:nvPr/>
        </p:nvCxnSpPr>
        <p:spPr>
          <a:xfrm>
            <a:off x="4255475" y="2471752"/>
            <a:ext cx="31652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B86A49C3-586A-8C42-20F6-427CD01B6CFE}"/>
              </a:ext>
            </a:extLst>
          </p:cNvPr>
          <p:cNvCxnSpPr>
            <a:cxnSpLocks/>
          </p:cNvCxnSpPr>
          <p:nvPr/>
        </p:nvCxnSpPr>
        <p:spPr>
          <a:xfrm flipH="1">
            <a:off x="7045570" y="2784375"/>
            <a:ext cx="41030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5335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10. Clic derecho sobre: </a:t>
            </a:r>
            <a:r>
              <a:rPr lang="es-ES" sz="1600" dirty="0">
                <a:solidFill>
                  <a:schemeClr val="tx2"/>
                </a:solidFill>
                <a:latin typeface="Fira Sans Condensed Light" panose="020B0604020202020204" charset="0"/>
                <a:cs typeface="Times New Roman" panose="02020603050405020304" pitchFamily="18" charset="0"/>
              </a:rPr>
              <a:t>“IDLE (Python 3.11 64 bits)”</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3" name="Imagen 12">
            <a:extLst>
              <a:ext uri="{FF2B5EF4-FFF2-40B4-BE49-F238E27FC236}">
                <a16:creationId xmlns:a16="http://schemas.microsoft.com/office/drawing/2014/main" id="{4D6AF19E-0FD3-830A-8000-AAADED755B4A}"/>
              </a:ext>
            </a:extLst>
          </p:cNvPr>
          <p:cNvPicPr>
            <a:picLocks noChangeAspect="1"/>
          </p:cNvPicPr>
          <p:nvPr/>
        </p:nvPicPr>
        <p:blipFill rotWithShape="1">
          <a:blip r:embed="rId4"/>
          <a:srcRect l="14794"/>
          <a:stretch/>
        </p:blipFill>
        <p:spPr>
          <a:xfrm>
            <a:off x="4109429" y="1697230"/>
            <a:ext cx="4826922" cy="3335912"/>
          </a:xfrm>
          <a:prstGeom prst="rect">
            <a:avLst/>
          </a:prstGeom>
        </p:spPr>
      </p:pic>
      <p:sp>
        <p:nvSpPr>
          <p:cNvPr id="14" name="Google Shape;1603;p42">
            <a:extLst>
              <a:ext uri="{FF2B5EF4-FFF2-40B4-BE49-F238E27FC236}">
                <a16:creationId xmlns:a16="http://schemas.microsoft.com/office/drawing/2014/main" id="{1881D1A7-1A3B-0E01-FE29-63EAD9F054F9}"/>
              </a:ext>
            </a:extLst>
          </p:cNvPr>
          <p:cNvSpPr txBox="1"/>
          <p:nvPr/>
        </p:nvSpPr>
        <p:spPr>
          <a:xfrm>
            <a:off x="372113" y="3066028"/>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11. Selecciono: </a:t>
            </a:r>
            <a:r>
              <a:rPr lang="es-ES" sz="1600" dirty="0">
                <a:solidFill>
                  <a:schemeClr val="tx2"/>
                </a:solidFill>
                <a:latin typeface="Fira Sans Condensed Light" panose="020B0604020202020204" charset="0"/>
                <a:cs typeface="Times New Roman" panose="02020603050405020304" pitchFamily="18" charset="0"/>
              </a:rPr>
              <a:t>“Propiedades”</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2712740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12. Selecciono: </a:t>
            </a:r>
            <a:r>
              <a:rPr lang="es-ES" sz="1600" dirty="0">
                <a:solidFill>
                  <a:schemeClr val="tx2"/>
                </a:solidFill>
                <a:latin typeface="Fira Sans Condensed Light" panose="020B0604020202020204" charset="0"/>
                <a:cs typeface="Times New Roman" panose="02020603050405020304" pitchFamily="18" charset="0"/>
              </a:rPr>
              <a:t>“Abrir ubicación”</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 name="Imagen 2">
            <a:extLst>
              <a:ext uri="{FF2B5EF4-FFF2-40B4-BE49-F238E27FC236}">
                <a16:creationId xmlns:a16="http://schemas.microsoft.com/office/drawing/2014/main" id="{10472C46-7683-A26D-ADEF-45819037F2ED}"/>
              </a:ext>
            </a:extLst>
          </p:cNvPr>
          <p:cNvPicPr>
            <a:picLocks noChangeAspect="1"/>
          </p:cNvPicPr>
          <p:nvPr/>
        </p:nvPicPr>
        <p:blipFill>
          <a:blip r:embed="rId4"/>
          <a:stretch>
            <a:fillRect/>
          </a:stretch>
        </p:blipFill>
        <p:spPr>
          <a:xfrm>
            <a:off x="4925800" y="1041785"/>
            <a:ext cx="2622183" cy="4074136"/>
          </a:xfrm>
          <a:prstGeom prst="rect">
            <a:avLst/>
          </a:prstGeom>
        </p:spPr>
      </p:pic>
      <p:cxnSp>
        <p:nvCxnSpPr>
          <p:cNvPr id="4" name="Conector recto de flecha 3">
            <a:extLst>
              <a:ext uri="{FF2B5EF4-FFF2-40B4-BE49-F238E27FC236}">
                <a16:creationId xmlns:a16="http://schemas.microsoft.com/office/drawing/2014/main" id="{F5BA901A-5167-EB48-E161-B18AC55E6192}"/>
              </a:ext>
            </a:extLst>
          </p:cNvPr>
          <p:cNvCxnSpPr>
            <a:cxnSpLocks/>
          </p:cNvCxnSpPr>
          <p:nvPr/>
        </p:nvCxnSpPr>
        <p:spPr>
          <a:xfrm>
            <a:off x="5222437" y="3690952"/>
            <a:ext cx="31652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55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13. Selecciono: </a:t>
            </a:r>
            <a:r>
              <a:rPr lang="es-ES" sz="1600" dirty="0">
                <a:solidFill>
                  <a:schemeClr val="tx2"/>
                </a:solidFill>
                <a:latin typeface="Fira Sans Condensed Light" panose="020B0604020202020204" charset="0"/>
                <a:cs typeface="Times New Roman" panose="02020603050405020304" pitchFamily="18" charset="0"/>
              </a:rPr>
              <a:t>“El </a:t>
            </a:r>
            <a:r>
              <a:rPr lang="es-ES" sz="1600" dirty="0" err="1">
                <a:solidFill>
                  <a:schemeClr val="tx2"/>
                </a:solidFill>
                <a:latin typeface="Fira Sans Condensed Light" panose="020B0604020202020204" charset="0"/>
                <a:cs typeface="Times New Roman" panose="02020603050405020304" pitchFamily="18" charset="0"/>
              </a:rPr>
              <a:t>path</a:t>
            </a:r>
            <a:r>
              <a:rPr lang="es-ES" sz="1600" dirty="0">
                <a:solidFill>
                  <a:schemeClr val="tx2"/>
                </a:solidFill>
                <a:latin typeface="Fira Sans Condensed Light" panose="020B0604020202020204" charset="0"/>
                <a:cs typeface="Times New Roman" panose="02020603050405020304" pitchFamily="18" charset="0"/>
              </a:rPr>
              <a:t>”</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cxnSp>
        <p:nvCxnSpPr>
          <p:cNvPr id="4" name="Conector recto de flecha 3">
            <a:extLst>
              <a:ext uri="{FF2B5EF4-FFF2-40B4-BE49-F238E27FC236}">
                <a16:creationId xmlns:a16="http://schemas.microsoft.com/office/drawing/2014/main" id="{F5BA901A-5167-EB48-E161-B18AC55E6192}"/>
              </a:ext>
            </a:extLst>
          </p:cNvPr>
          <p:cNvCxnSpPr>
            <a:cxnSpLocks/>
          </p:cNvCxnSpPr>
          <p:nvPr/>
        </p:nvCxnSpPr>
        <p:spPr>
          <a:xfrm>
            <a:off x="4413738" y="1721476"/>
            <a:ext cx="31652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Imagen 7">
            <a:extLst>
              <a:ext uri="{FF2B5EF4-FFF2-40B4-BE49-F238E27FC236}">
                <a16:creationId xmlns:a16="http://schemas.microsoft.com/office/drawing/2014/main" id="{10416D4B-F3DB-0416-6A3E-F7C861FCC301}"/>
              </a:ext>
            </a:extLst>
          </p:cNvPr>
          <p:cNvPicPr>
            <a:picLocks noChangeAspect="1"/>
          </p:cNvPicPr>
          <p:nvPr/>
        </p:nvPicPr>
        <p:blipFill rotWithShape="1">
          <a:blip r:embed="rId4"/>
          <a:srcRect l="9488" t="12142" r="40419" b="8103"/>
          <a:stretch/>
        </p:blipFill>
        <p:spPr>
          <a:xfrm>
            <a:off x="4747846" y="1595219"/>
            <a:ext cx="3840733" cy="3437923"/>
          </a:xfrm>
          <a:prstGeom prst="rect">
            <a:avLst/>
          </a:prstGeom>
        </p:spPr>
      </p:pic>
      <p:sp>
        <p:nvSpPr>
          <p:cNvPr id="10" name="Google Shape;1603;p42">
            <a:extLst>
              <a:ext uri="{FF2B5EF4-FFF2-40B4-BE49-F238E27FC236}">
                <a16:creationId xmlns:a16="http://schemas.microsoft.com/office/drawing/2014/main" id="{21FCE5E7-5CEC-B720-8FF5-32D3A6024B49}"/>
              </a:ext>
            </a:extLst>
          </p:cNvPr>
          <p:cNvSpPr txBox="1"/>
          <p:nvPr/>
        </p:nvSpPr>
        <p:spPr>
          <a:xfrm>
            <a:off x="372113" y="286002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14.  Clic derecho y copio: </a:t>
            </a:r>
            <a:r>
              <a:rPr lang="es-ES" sz="1600" dirty="0">
                <a:solidFill>
                  <a:schemeClr val="tx2"/>
                </a:solidFill>
                <a:latin typeface="Fira Sans Condensed Light" panose="020B0604020202020204" charset="0"/>
                <a:cs typeface="Times New Roman" panose="02020603050405020304" pitchFamily="18" charset="0"/>
              </a:rPr>
              <a:t>“El </a:t>
            </a:r>
            <a:r>
              <a:rPr lang="es-ES" sz="1600" dirty="0" err="1">
                <a:solidFill>
                  <a:schemeClr val="tx2"/>
                </a:solidFill>
                <a:latin typeface="Fira Sans Condensed Light" panose="020B0604020202020204" charset="0"/>
                <a:cs typeface="Times New Roman" panose="02020603050405020304" pitchFamily="18" charset="0"/>
              </a:rPr>
              <a:t>path</a:t>
            </a:r>
            <a:r>
              <a:rPr lang="es-ES" sz="1600" dirty="0">
                <a:solidFill>
                  <a:schemeClr val="tx2"/>
                </a:solidFill>
                <a:latin typeface="Fira Sans Condensed Light" panose="020B0604020202020204" charset="0"/>
                <a:cs typeface="Times New Roman" panose="02020603050405020304" pitchFamily="18" charset="0"/>
              </a:rPr>
              <a:t>”</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52664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15. Ingreso el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path</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como una nueva variable del entorno en : </a:t>
            </a:r>
            <a:r>
              <a:rPr lang="es-ES" sz="1600" dirty="0">
                <a:solidFill>
                  <a:schemeClr val="tx2"/>
                </a:solidFill>
                <a:latin typeface="Fira Sans Condensed Light" panose="020B0604020202020204" charset="0"/>
                <a:cs typeface="Times New Roman" panose="02020603050405020304" pitchFamily="18" charset="0"/>
              </a:rPr>
              <a:t>“nuevo” y “aceptar”</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2" name="Imagen 1">
            <a:extLst>
              <a:ext uri="{FF2B5EF4-FFF2-40B4-BE49-F238E27FC236}">
                <a16:creationId xmlns:a16="http://schemas.microsoft.com/office/drawing/2014/main" id="{DD53BC0A-926C-A9C8-A73B-0A1C3FD9B39C}"/>
              </a:ext>
            </a:extLst>
          </p:cNvPr>
          <p:cNvPicPr>
            <a:picLocks noChangeAspect="1"/>
          </p:cNvPicPr>
          <p:nvPr/>
        </p:nvPicPr>
        <p:blipFill rotWithShape="1">
          <a:blip r:embed="rId4"/>
          <a:srcRect l="30530" t="12857" r="30567" b="20669"/>
          <a:stretch/>
        </p:blipFill>
        <p:spPr>
          <a:xfrm>
            <a:off x="4572000" y="1234922"/>
            <a:ext cx="3918849" cy="3764789"/>
          </a:xfrm>
          <a:prstGeom prst="rect">
            <a:avLst/>
          </a:prstGeom>
        </p:spPr>
      </p:pic>
      <p:cxnSp>
        <p:nvCxnSpPr>
          <p:cNvPr id="4" name="Conector recto de flecha 3">
            <a:extLst>
              <a:ext uri="{FF2B5EF4-FFF2-40B4-BE49-F238E27FC236}">
                <a16:creationId xmlns:a16="http://schemas.microsoft.com/office/drawing/2014/main" id="{F5BA901A-5167-EB48-E161-B18AC55E6192}"/>
              </a:ext>
            </a:extLst>
          </p:cNvPr>
          <p:cNvCxnSpPr>
            <a:cxnSpLocks/>
          </p:cNvCxnSpPr>
          <p:nvPr/>
        </p:nvCxnSpPr>
        <p:spPr>
          <a:xfrm flipH="1">
            <a:off x="8276492" y="1758462"/>
            <a:ext cx="39858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5">
            <a:extLst>
              <a:ext uri="{FF2B5EF4-FFF2-40B4-BE49-F238E27FC236}">
                <a16:creationId xmlns:a16="http://schemas.microsoft.com/office/drawing/2014/main" id="{D4A8E7AC-D122-F0F6-43DC-2C6E2964613B}"/>
              </a:ext>
            </a:extLst>
          </p:cNvPr>
          <p:cNvCxnSpPr>
            <a:cxnSpLocks/>
          </p:cNvCxnSpPr>
          <p:nvPr/>
        </p:nvCxnSpPr>
        <p:spPr>
          <a:xfrm>
            <a:off x="6531424" y="4794739"/>
            <a:ext cx="38686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11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16. Selecciono la carpeta: </a:t>
            </a:r>
            <a:r>
              <a:rPr lang="es-ES" sz="1600" dirty="0">
                <a:solidFill>
                  <a:schemeClr val="tx2"/>
                </a:solidFill>
                <a:latin typeface="Fira Sans Condensed Light" panose="020B0604020202020204" charset="0"/>
                <a:cs typeface="Times New Roman" panose="02020603050405020304" pitchFamily="18" charset="0"/>
              </a:rPr>
              <a:t>“scripts”</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5" name="Imagen 4">
            <a:extLst>
              <a:ext uri="{FF2B5EF4-FFF2-40B4-BE49-F238E27FC236}">
                <a16:creationId xmlns:a16="http://schemas.microsoft.com/office/drawing/2014/main" id="{0F805BA1-9C8C-06E4-4338-20DEDCEBDE24}"/>
              </a:ext>
            </a:extLst>
          </p:cNvPr>
          <p:cNvPicPr>
            <a:picLocks noChangeAspect="1"/>
          </p:cNvPicPr>
          <p:nvPr/>
        </p:nvPicPr>
        <p:blipFill rotWithShape="1">
          <a:blip r:embed="rId4"/>
          <a:srcRect l="11317" t="12857" r="41410" b="39107"/>
          <a:stretch/>
        </p:blipFill>
        <p:spPr>
          <a:xfrm>
            <a:off x="3993443" y="1705577"/>
            <a:ext cx="4858455" cy="2775691"/>
          </a:xfrm>
          <a:prstGeom prst="rect">
            <a:avLst/>
          </a:prstGeom>
        </p:spPr>
      </p:pic>
      <p:cxnSp>
        <p:nvCxnSpPr>
          <p:cNvPr id="6" name="Conector recto de flecha 5">
            <a:extLst>
              <a:ext uri="{FF2B5EF4-FFF2-40B4-BE49-F238E27FC236}">
                <a16:creationId xmlns:a16="http://schemas.microsoft.com/office/drawing/2014/main" id="{D4A8E7AC-D122-F0F6-43DC-2C6E2964613B}"/>
              </a:ext>
            </a:extLst>
          </p:cNvPr>
          <p:cNvCxnSpPr>
            <a:cxnSpLocks/>
          </p:cNvCxnSpPr>
          <p:nvPr/>
        </p:nvCxnSpPr>
        <p:spPr>
          <a:xfrm>
            <a:off x="3666149" y="3516924"/>
            <a:ext cx="38686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8282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211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17. Selecciono el: </a:t>
            </a:r>
            <a:r>
              <a:rPr lang="es-ES" sz="1600" dirty="0">
                <a:solidFill>
                  <a:schemeClr val="tx2"/>
                </a:solidFill>
                <a:latin typeface="Fira Sans Condensed Light" panose="020B0604020202020204" charset="0"/>
                <a:cs typeface="Times New Roman" panose="02020603050405020304" pitchFamily="18" charset="0"/>
              </a:rPr>
              <a:t>“</a:t>
            </a:r>
            <a:r>
              <a:rPr lang="es-ES" sz="1600" dirty="0" err="1">
                <a:solidFill>
                  <a:schemeClr val="tx2"/>
                </a:solidFill>
                <a:latin typeface="Fira Sans Condensed Light" panose="020B0604020202020204" charset="0"/>
                <a:cs typeface="Times New Roman" panose="02020603050405020304" pitchFamily="18" charset="0"/>
              </a:rPr>
              <a:t>path</a:t>
            </a:r>
            <a:r>
              <a:rPr lang="es-ES" sz="1600" dirty="0">
                <a:solidFill>
                  <a:schemeClr val="tx2"/>
                </a:solidFill>
                <a:latin typeface="Fira Sans Condensed Light" panose="020B0604020202020204" charset="0"/>
                <a:cs typeface="Times New Roman" panose="02020603050405020304" pitchFamily="18" charset="0"/>
              </a:rPr>
              <a:t>”</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 name="Imagen 2">
            <a:extLst>
              <a:ext uri="{FF2B5EF4-FFF2-40B4-BE49-F238E27FC236}">
                <a16:creationId xmlns:a16="http://schemas.microsoft.com/office/drawing/2014/main" id="{CF3D096F-DE09-76F2-DCFA-2A54BFBFCF6C}"/>
              </a:ext>
            </a:extLst>
          </p:cNvPr>
          <p:cNvPicPr>
            <a:picLocks noChangeAspect="1"/>
          </p:cNvPicPr>
          <p:nvPr/>
        </p:nvPicPr>
        <p:blipFill>
          <a:blip r:embed="rId4"/>
          <a:stretch>
            <a:fillRect/>
          </a:stretch>
        </p:blipFill>
        <p:spPr>
          <a:xfrm>
            <a:off x="4620145" y="1521144"/>
            <a:ext cx="4282178" cy="3519773"/>
          </a:xfrm>
          <a:prstGeom prst="rect">
            <a:avLst/>
          </a:prstGeom>
        </p:spPr>
      </p:pic>
      <p:cxnSp>
        <p:nvCxnSpPr>
          <p:cNvPr id="6" name="Conector recto de flecha 5">
            <a:extLst>
              <a:ext uri="{FF2B5EF4-FFF2-40B4-BE49-F238E27FC236}">
                <a16:creationId xmlns:a16="http://schemas.microsoft.com/office/drawing/2014/main" id="{D4A8E7AC-D122-F0F6-43DC-2C6E2964613B}"/>
              </a:ext>
            </a:extLst>
          </p:cNvPr>
          <p:cNvCxnSpPr>
            <a:cxnSpLocks/>
          </p:cNvCxnSpPr>
          <p:nvPr/>
        </p:nvCxnSpPr>
        <p:spPr>
          <a:xfrm>
            <a:off x="6033052" y="2082423"/>
            <a:ext cx="38686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Google Shape;1603;p42">
            <a:extLst>
              <a:ext uri="{FF2B5EF4-FFF2-40B4-BE49-F238E27FC236}">
                <a16:creationId xmlns:a16="http://schemas.microsoft.com/office/drawing/2014/main" id="{65D863A2-56FE-87CF-B0AA-2B56B05BA300}"/>
              </a:ext>
            </a:extLst>
          </p:cNvPr>
          <p:cNvSpPr txBox="1"/>
          <p:nvPr/>
        </p:nvSpPr>
        <p:spPr>
          <a:xfrm>
            <a:off x="378523" y="282687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18. Clic derecho y copio: </a:t>
            </a:r>
            <a:r>
              <a:rPr lang="es-ES" sz="1600" dirty="0">
                <a:solidFill>
                  <a:schemeClr val="tx2"/>
                </a:solidFill>
                <a:latin typeface="Fira Sans Condensed Light" panose="020B0604020202020204" charset="0"/>
                <a:cs typeface="Times New Roman" panose="02020603050405020304" pitchFamily="18" charset="0"/>
              </a:rPr>
              <a:t>“El </a:t>
            </a:r>
            <a:r>
              <a:rPr lang="es-ES" sz="1600" dirty="0" err="1">
                <a:solidFill>
                  <a:schemeClr val="tx2"/>
                </a:solidFill>
                <a:latin typeface="Fira Sans Condensed Light" panose="020B0604020202020204" charset="0"/>
                <a:cs typeface="Times New Roman" panose="02020603050405020304" pitchFamily="18" charset="0"/>
              </a:rPr>
              <a:t>path</a:t>
            </a:r>
            <a:r>
              <a:rPr lang="es-ES" sz="1600" dirty="0">
                <a:solidFill>
                  <a:schemeClr val="tx2"/>
                </a:solidFill>
                <a:latin typeface="Fira Sans Condensed Light" panose="020B0604020202020204" charset="0"/>
                <a:cs typeface="Times New Roman" panose="02020603050405020304" pitchFamily="18" charset="0"/>
              </a:rPr>
              <a:t>”</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1456990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Variables de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Entorno</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7" name="Google Shape;1603;p42"/>
          <p:cNvSpPr txBox="1"/>
          <p:nvPr/>
        </p:nvSpPr>
        <p:spPr>
          <a:xfrm>
            <a:off x="378523" y="2117591"/>
            <a:ext cx="3558843" cy="908317"/>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19. Ingreso el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path</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como una nueva variable del entorno en : </a:t>
            </a:r>
            <a:r>
              <a:rPr lang="es-ES" sz="1600" dirty="0">
                <a:solidFill>
                  <a:schemeClr val="tx2"/>
                </a:solidFill>
                <a:latin typeface="Fira Sans Condensed Light" panose="020B0604020202020204" charset="0"/>
                <a:cs typeface="Times New Roman" panose="02020603050405020304" pitchFamily="18" charset="0"/>
              </a:rPr>
              <a:t>“nuevo” y “aceptar”</a:t>
            </a:r>
            <a:endParaRPr lang="en-US" sz="1600" dirty="0">
              <a:solidFill>
                <a:schemeClr val="tx2"/>
              </a:solidFill>
              <a:latin typeface="Fira Sans Condensed Light" panose="020B0604020202020204" charset="0"/>
              <a:ea typeface="Fira Sans Condensed Light"/>
              <a:cs typeface="Times New Roman" panose="02020603050405020304" pitchFamily="18" charset="0"/>
              <a:sym typeface="Fira Sans Condensed Light"/>
            </a:endParaRPr>
          </a:p>
          <a:p>
            <a:pPr algn="just"/>
            <a:endParaRPr lang="es-ES" dirty="0">
              <a:solidFill>
                <a:srgbClr val="F3F3F3"/>
              </a:solidFill>
              <a:latin typeface="Fira Sans Condensed Light"/>
              <a:ea typeface="Fira Sans Condensed Light"/>
              <a:cs typeface="Fira Sans Condensed Light"/>
              <a:sym typeface="Fira Sans Condensed Light"/>
            </a:endParaRPr>
          </a:p>
        </p:txBody>
      </p: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2" name="Imagen 1">
            <a:extLst>
              <a:ext uri="{FF2B5EF4-FFF2-40B4-BE49-F238E27FC236}">
                <a16:creationId xmlns:a16="http://schemas.microsoft.com/office/drawing/2014/main" id="{DD53BC0A-926C-A9C8-A73B-0A1C3FD9B39C}"/>
              </a:ext>
            </a:extLst>
          </p:cNvPr>
          <p:cNvPicPr>
            <a:picLocks noChangeAspect="1"/>
          </p:cNvPicPr>
          <p:nvPr/>
        </p:nvPicPr>
        <p:blipFill rotWithShape="1">
          <a:blip r:embed="rId4"/>
          <a:srcRect l="30530" t="12857" r="30567" b="20669"/>
          <a:stretch/>
        </p:blipFill>
        <p:spPr>
          <a:xfrm>
            <a:off x="4572000" y="1234922"/>
            <a:ext cx="3918849" cy="3764789"/>
          </a:xfrm>
          <a:prstGeom prst="rect">
            <a:avLst/>
          </a:prstGeom>
        </p:spPr>
      </p:pic>
      <p:cxnSp>
        <p:nvCxnSpPr>
          <p:cNvPr id="4" name="Conector recto de flecha 3">
            <a:extLst>
              <a:ext uri="{FF2B5EF4-FFF2-40B4-BE49-F238E27FC236}">
                <a16:creationId xmlns:a16="http://schemas.microsoft.com/office/drawing/2014/main" id="{F5BA901A-5167-EB48-E161-B18AC55E6192}"/>
              </a:ext>
            </a:extLst>
          </p:cNvPr>
          <p:cNvCxnSpPr>
            <a:cxnSpLocks/>
          </p:cNvCxnSpPr>
          <p:nvPr/>
        </p:nvCxnSpPr>
        <p:spPr>
          <a:xfrm flipH="1">
            <a:off x="8276492" y="1758462"/>
            <a:ext cx="39858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5">
            <a:extLst>
              <a:ext uri="{FF2B5EF4-FFF2-40B4-BE49-F238E27FC236}">
                <a16:creationId xmlns:a16="http://schemas.microsoft.com/office/drawing/2014/main" id="{D4A8E7AC-D122-F0F6-43DC-2C6E2964613B}"/>
              </a:ext>
            </a:extLst>
          </p:cNvPr>
          <p:cNvCxnSpPr>
            <a:cxnSpLocks/>
          </p:cNvCxnSpPr>
          <p:nvPr/>
        </p:nvCxnSpPr>
        <p:spPr>
          <a:xfrm>
            <a:off x="6531424" y="4794739"/>
            <a:ext cx="38686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9567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Consola</a:t>
            </a:r>
            <a:r>
              <a:rPr kumimoji="0" lang="en-US" sz="3000" b="1" i="0" u="none" strike="noStrike" kern="0" cap="none" spc="0" normalizeH="0" noProof="0" dirty="0">
                <a:ln>
                  <a:noFill/>
                </a:ln>
                <a:solidFill>
                  <a:schemeClr val="bg1">
                    <a:lumMod val="60000"/>
                    <a:lumOff val="40000"/>
                  </a:schemeClr>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235533" y="1387731"/>
            <a:ext cx="1202121" cy="16349"/>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575935" y="2400891"/>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Descargar e instalar Git Local</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Desde Visual Studio Code</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3074" name="Picture 2" descr="flutter - Why do I need to download Git, if it is built into VS Code? -  Stack Overflow">
            <a:extLst>
              <a:ext uri="{FF2B5EF4-FFF2-40B4-BE49-F238E27FC236}">
                <a16:creationId xmlns:a16="http://schemas.microsoft.com/office/drawing/2014/main" id="{929B2525-07BF-69BC-EE9C-3BA60FC4EF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3509" y="918764"/>
            <a:ext cx="2432505" cy="257239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github - Already installed Git but VSCode keeps suggesting to download it  in Mac - Stack Overflow">
            <a:extLst>
              <a:ext uri="{FF2B5EF4-FFF2-40B4-BE49-F238E27FC236}">
                <a16:creationId xmlns:a16="http://schemas.microsoft.com/office/drawing/2014/main" id="{8537B4B7-0FE0-DCC2-5BD8-A8C6DF3D6B3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245" r="32189"/>
          <a:stretch/>
        </p:blipFill>
        <p:spPr bwMode="auto">
          <a:xfrm>
            <a:off x="6711495" y="2337622"/>
            <a:ext cx="2432505" cy="2805878"/>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603;p42">
            <a:extLst>
              <a:ext uri="{FF2B5EF4-FFF2-40B4-BE49-F238E27FC236}">
                <a16:creationId xmlns:a16="http://schemas.microsoft.com/office/drawing/2014/main" id="{2064D724-90B9-C0A8-5A86-B8218A8D8ADE}"/>
              </a:ext>
            </a:extLst>
          </p:cNvPr>
          <p:cNvSpPr txBox="1"/>
          <p:nvPr/>
        </p:nvSpPr>
        <p:spPr>
          <a:xfrm>
            <a:off x="575935" y="3657045"/>
            <a:ext cx="5467516"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Clonar el “Repositorio Remoto de Prueba”</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Desde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Github</a:t>
            </a:r>
            <a:endParaRPr lang="es-ES" dirty="0">
              <a:solidFill>
                <a:srgbClr val="F3F3F3"/>
              </a:solidFill>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20272822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Clonar</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Git Hub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cxnSp>
        <p:nvCxnSpPr>
          <p:cNvPr id="6" name="Conector recto de flecha 5">
            <a:extLst>
              <a:ext uri="{FF2B5EF4-FFF2-40B4-BE49-F238E27FC236}">
                <a16:creationId xmlns:a16="http://schemas.microsoft.com/office/drawing/2014/main" id="{D4A8E7AC-D122-F0F6-43DC-2C6E2964613B}"/>
              </a:ext>
            </a:extLst>
          </p:cNvPr>
          <p:cNvCxnSpPr>
            <a:cxnSpLocks/>
          </p:cNvCxnSpPr>
          <p:nvPr/>
        </p:nvCxnSpPr>
        <p:spPr>
          <a:xfrm>
            <a:off x="676913" y="3048000"/>
            <a:ext cx="38686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D8C85D11-44A0-3719-F941-CB9EE3F02FD0}"/>
              </a:ext>
            </a:extLst>
          </p:cNvPr>
          <p:cNvPicPr>
            <a:picLocks noChangeAspect="1"/>
          </p:cNvPicPr>
          <p:nvPr/>
        </p:nvPicPr>
        <p:blipFill rotWithShape="1">
          <a:blip r:embed="rId4"/>
          <a:srcRect r="41282" b="60119"/>
          <a:stretch/>
        </p:blipFill>
        <p:spPr>
          <a:xfrm>
            <a:off x="1242717" y="2106344"/>
            <a:ext cx="6658565" cy="2542652"/>
          </a:xfrm>
          <a:prstGeom prst="rect">
            <a:avLst/>
          </a:prstGeom>
        </p:spPr>
      </p:pic>
    </p:spTree>
    <p:extLst>
      <p:ext uri="{BB962C8B-B14F-4D97-AF65-F5344CB8AC3E}">
        <p14:creationId xmlns:p14="http://schemas.microsoft.com/office/powerpoint/2010/main" val="32031578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3" y="662222"/>
            <a:ext cx="516043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rPr>
              <a:t>PLATAFORMAS </a:t>
            </a:r>
            <a:r>
              <a:rPr lang="en-US" sz="3000" b="1" dirty="0">
                <a:solidFill>
                  <a:srgbClr val="F3F3F3"/>
                </a:solidFill>
                <a:latin typeface="Rajdhani"/>
                <a:ea typeface="Rajdhani"/>
                <a:cs typeface="Rajdhani"/>
                <a:sym typeface="Rajdhani"/>
              </a:rPr>
              <a:t>EN ALMACENAMIENTO LOCAL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endParaRPr kumimoji="0" lang="es-E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Clonar</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Git Hub</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cxnSp>
        <p:nvCxnSpPr>
          <p:cNvPr id="152" name="Google Shape;258;p31"/>
          <p:cNvCxnSpPr/>
          <p:nvPr/>
        </p:nvCxnSpPr>
        <p:spPr>
          <a:xfrm rot="5400000">
            <a:off x="9757" y="1157201"/>
            <a:ext cx="726300" cy="1588"/>
          </a:xfrm>
          <a:prstGeom prst="straightConnector1">
            <a:avLst/>
          </a:prstGeom>
          <a:noFill/>
          <a:ln w="19050" cap="flat" cmpd="sng">
            <a:solidFill>
              <a:srgbClr val="F3F3F3"/>
            </a:solidFill>
            <a:prstDash val="solid"/>
            <a:round/>
            <a:headEnd type="oval" w="med" len="med"/>
            <a:tailEnd type="oval" w="med" len="med"/>
          </a:ln>
        </p:spPr>
      </p:cxnSp>
      <p:sp>
        <p:nvSpPr>
          <p:cNvPr id="9" name="Google Shape;136;p27"/>
          <p:cNvSpPr txBox="1">
            <a:spLocks/>
          </p:cNvSpPr>
          <p:nvPr/>
        </p:nvSpPr>
        <p:spPr>
          <a:xfrm>
            <a:off x="0"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Arial"/>
                <a:cs typeface="Arial"/>
                <a:sym typeface="Arial"/>
              </a:rPr>
              <a:t>Facilitador: PhD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0" name="Imagen 9">
            <a:extLst>
              <a:ext uri="{FF2B5EF4-FFF2-40B4-BE49-F238E27FC236}">
                <a16:creationId xmlns:a16="http://schemas.microsoft.com/office/drawing/2014/main" id="{3CA1A01A-2AF4-2DD7-7794-B77575F80B4D}"/>
              </a:ext>
            </a:extLst>
          </p:cNvPr>
          <p:cNvPicPr>
            <a:picLocks noChangeAspect="1"/>
          </p:cNvPicPr>
          <p:nvPr/>
        </p:nvPicPr>
        <p:blipFill>
          <a:blip r:embed="rId4"/>
          <a:stretch>
            <a:fillRect/>
          </a:stretch>
        </p:blipFill>
        <p:spPr>
          <a:xfrm>
            <a:off x="2965939" y="1742337"/>
            <a:ext cx="4200734" cy="3401163"/>
          </a:xfrm>
          <a:prstGeom prst="rect">
            <a:avLst/>
          </a:prstGeom>
        </p:spPr>
      </p:pic>
      <p:cxnSp>
        <p:nvCxnSpPr>
          <p:cNvPr id="6" name="Conector recto de flecha 5">
            <a:extLst>
              <a:ext uri="{FF2B5EF4-FFF2-40B4-BE49-F238E27FC236}">
                <a16:creationId xmlns:a16="http://schemas.microsoft.com/office/drawing/2014/main" id="{D4A8E7AC-D122-F0F6-43DC-2C6E2964613B}"/>
              </a:ext>
            </a:extLst>
          </p:cNvPr>
          <p:cNvCxnSpPr>
            <a:cxnSpLocks/>
          </p:cNvCxnSpPr>
          <p:nvPr/>
        </p:nvCxnSpPr>
        <p:spPr>
          <a:xfrm>
            <a:off x="2965939" y="3094892"/>
            <a:ext cx="38686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09582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406401" y="648193"/>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38599" y="993427"/>
            <a:ext cx="386257" cy="5405"/>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157655" y="5002096"/>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050" name="Picture 2" descr="Git, GitHub y Markdown">
            <a:extLst>
              <a:ext uri="{FF2B5EF4-FFF2-40B4-BE49-F238E27FC236}">
                <a16:creationId xmlns:a16="http://schemas.microsoft.com/office/drawing/2014/main" id="{F30CA9C1-6AFC-4B0C-5790-EE376A0EEF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3904" y="1188682"/>
            <a:ext cx="6789072" cy="36467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406401" y="648193"/>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38599" y="993427"/>
            <a:ext cx="386257" cy="5405"/>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157655" y="5002096"/>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5" name="Imagen 4" descr="Interfaz de usuario gráfica, Aplicación&#10;&#10;Descripción generada automáticamente">
            <a:extLst>
              <a:ext uri="{FF2B5EF4-FFF2-40B4-BE49-F238E27FC236}">
                <a16:creationId xmlns:a16="http://schemas.microsoft.com/office/drawing/2014/main" id="{E11E9D30-1E49-1E7A-A26B-C816E6F8D639}"/>
              </a:ext>
            </a:extLst>
          </p:cNvPr>
          <p:cNvPicPr>
            <a:picLocks noChangeAspect="1"/>
          </p:cNvPicPr>
          <p:nvPr/>
        </p:nvPicPr>
        <p:blipFill rotWithShape="1">
          <a:blip r:embed="rId4"/>
          <a:srcRect l="3480" t="1" r="9614" b="33182"/>
          <a:stretch/>
        </p:blipFill>
        <p:spPr>
          <a:xfrm>
            <a:off x="834152" y="1189258"/>
            <a:ext cx="7475696" cy="3726464"/>
          </a:xfrm>
          <a:prstGeom prst="rect">
            <a:avLst/>
          </a:prstGeom>
        </p:spPr>
      </p:pic>
    </p:spTree>
    <p:extLst>
      <p:ext uri="{BB962C8B-B14F-4D97-AF65-F5344CB8AC3E}">
        <p14:creationId xmlns:p14="http://schemas.microsoft.com/office/powerpoint/2010/main" val="22287674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406401" y="648193"/>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38599" y="993427"/>
            <a:ext cx="386257" cy="5405"/>
          </a:xfrm>
          <a:prstGeom prst="straightConnector1">
            <a:avLst/>
          </a:prstGeom>
          <a:noFill/>
          <a:ln w="19050" cap="flat" cmpd="sng">
            <a:solidFill>
              <a:srgbClr val="F3F3F3"/>
            </a:solidFill>
            <a:prstDash val="solid"/>
            <a:round/>
            <a:headEnd type="oval" w="med" len="med"/>
            <a:tailEnd type="oval" w="med" len="med"/>
          </a:ln>
        </p:spPr>
      </p:cxnSp>
      <p:sp>
        <p:nvSpPr>
          <p:cNvPr id="17" name="Google Shape;136;p27"/>
          <p:cNvSpPr txBox="1">
            <a:spLocks/>
          </p:cNvSpPr>
          <p:nvPr/>
        </p:nvSpPr>
        <p:spPr>
          <a:xfrm>
            <a:off x="-157655" y="5002096"/>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3" name="Imagen 2" descr="Interfaz de usuario gráfica&#10;&#10;Descripción generada automáticamente">
            <a:extLst>
              <a:ext uri="{FF2B5EF4-FFF2-40B4-BE49-F238E27FC236}">
                <a16:creationId xmlns:a16="http://schemas.microsoft.com/office/drawing/2014/main" id="{26231A7B-6DE3-36BB-BE15-4394A354C283}"/>
              </a:ext>
            </a:extLst>
          </p:cNvPr>
          <p:cNvPicPr>
            <a:picLocks noChangeAspect="1"/>
          </p:cNvPicPr>
          <p:nvPr/>
        </p:nvPicPr>
        <p:blipFill rotWithShape="1">
          <a:blip r:embed="rId4"/>
          <a:srcRect b="22963"/>
          <a:stretch/>
        </p:blipFill>
        <p:spPr>
          <a:xfrm>
            <a:off x="1166320" y="1189258"/>
            <a:ext cx="7168084" cy="3681386"/>
          </a:xfrm>
          <a:prstGeom prst="rect">
            <a:avLst/>
          </a:prstGeom>
        </p:spPr>
      </p:pic>
    </p:spTree>
    <p:extLst>
      <p:ext uri="{BB962C8B-B14F-4D97-AF65-F5344CB8AC3E}">
        <p14:creationId xmlns:p14="http://schemas.microsoft.com/office/powerpoint/2010/main" val="21741540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15975" y="11249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Seleccionar la carpeta donde se va a clonar el repositorio dentro de visual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studio</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View/Command pallet/Clone from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Git</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Hub/</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selecciona</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el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repositorio</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clonar</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o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ingresa</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su</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URL</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1027" name="Picture 3"/>
          <p:cNvPicPr>
            <a:picLocks noChangeAspect="1" noChangeArrowheads="1"/>
          </p:cNvPicPr>
          <p:nvPr/>
        </p:nvPicPr>
        <p:blipFill>
          <a:blip r:embed="rId4"/>
          <a:srcRect r="29722" b="54862"/>
          <a:stretch>
            <a:fillRect/>
          </a:stretch>
        </p:blipFill>
        <p:spPr bwMode="auto">
          <a:xfrm>
            <a:off x="792119" y="2144537"/>
            <a:ext cx="7489734" cy="2690364"/>
          </a:xfrm>
          <a:prstGeom prst="rect">
            <a:avLst/>
          </a:prstGeom>
          <a:noFill/>
          <a:ln w="9525">
            <a:noFill/>
            <a:miter lim="800000"/>
            <a:headEnd/>
            <a:tailEnd/>
          </a:ln>
          <a:effectLst/>
        </p:spPr>
      </p:pic>
      <p:sp>
        <p:nvSpPr>
          <p:cNvPr id="1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2348142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1122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Seleccionar la carpeta donde se va a clonar el repositorio dentro de visual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studio</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View/Command pallet/Clone from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Git</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Hub/</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selecciona</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el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repositorio</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clonar</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o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ingresa</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su</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URL</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2050" name="Picture 2"/>
          <p:cNvPicPr>
            <a:picLocks noChangeAspect="1" noChangeArrowheads="1"/>
          </p:cNvPicPr>
          <p:nvPr/>
        </p:nvPicPr>
        <p:blipFill>
          <a:blip r:embed="rId4"/>
          <a:srcRect l="1855" t="17535" r="28258" b="22396"/>
          <a:stretch>
            <a:fillRect/>
          </a:stretch>
        </p:blipFill>
        <p:spPr bwMode="auto">
          <a:xfrm>
            <a:off x="1772193" y="2114483"/>
            <a:ext cx="5792081" cy="2798966"/>
          </a:xfrm>
          <a:prstGeom prst="rect">
            <a:avLst/>
          </a:prstGeom>
          <a:noFill/>
          <a:ln w="9525">
            <a:noFill/>
            <a:miter lim="800000"/>
            <a:headEnd/>
            <a:tailEnd/>
          </a:ln>
          <a:effectLst/>
        </p:spPr>
      </p:pic>
      <p:cxnSp>
        <p:nvCxnSpPr>
          <p:cNvPr id="10" name="9 Conector recto de flecha"/>
          <p:cNvCxnSpPr/>
          <p:nvPr/>
        </p:nvCxnSpPr>
        <p:spPr>
          <a:xfrm rot="10800000" flipV="1">
            <a:off x="6988991" y="3046548"/>
            <a:ext cx="1651000" cy="7112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17064" y="1089772"/>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Seleccionar la carpeta donde se va a clonar el repositorio dentro de visual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studio</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Presiona</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Enter y se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abrir</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á el explorador de archivos y selecciona la carpeta destino del clon </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3074" name="Picture 2"/>
          <p:cNvPicPr>
            <a:picLocks noChangeAspect="1" noChangeArrowheads="1"/>
          </p:cNvPicPr>
          <p:nvPr/>
        </p:nvPicPr>
        <p:blipFill>
          <a:blip r:embed="rId4"/>
          <a:srcRect r="50317" b="37847"/>
          <a:stretch>
            <a:fillRect/>
          </a:stretch>
        </p:blipFill>
        <p:spPr bwMode="auto">
          <a:xfrm>
            <a:off x="2283459" y="2070749"/>
            <a:ext cx="4368801" cy="3072751"/>
          </a:xfrm>
          <a:prstGeom prst="rect">
            <a:avLst/>
          </a:prstGeom>
          <a:noFill/>
          <a:ln w="9525">
            <a:noFill/>
            <a:miter lim="800000"/>
            <a:headEnd/>
            <a:tailEnd/>
          </a:ln>
          <a:effectLst/>
        </p:spPr>
      </p:pic>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Seleccionar  la opción abrir el repositorio clonado</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Deben aparecer todos los archivos del repositorio clonado</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4098" name="Picture 2"/>
          <p:cNvPicPr>
            <a:picLocks noChangeAspect="1" noChangeArrowheads="1"/>
          </p:cNvPicPr>
          <p:nvPr/>
        </p:nvPicPr>
        <p:blipFill>
          <a:blip r:embed="rId4"/>
          <a:srcRect r="10786" b="51071"/>
          <a:stretch>
            <a:fillRect/>
          </a:stretch>
        </p:blipFill>
        <p:spPr bwMode="auto">
          <a:xfrm>
            <a:off x="205740" y="2107837"/>
            <a:ext cx="8662186" cy="2633980"/>
          </a:xfrm>
          <a:prstGeom prst="rect">
            <a:avLst/>
          </a:prstGeom>
          <a:noFill/>
          <a:ln w="9525">
            <a:noFill/>
            <a:miter lim="800000"/>
            <a:headEnd/>
            <a:tailEnd/>
          </a:ln>
          <a:effectLst/>
        </p:spPr>
      </p:pic>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Crear nuevo archivo de trabajo en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Jupyter</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Notebook</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Nombre del archivo: 1_Extracción_de_datos.ipynb</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5122" name="Picture 2"/>
          <p:cNvPicPr>
            <a:picLocks noChangeAspect="1" noChangeArrowheads="1"/>
          </p:cNvPicPr>
          <p:nvPr/>
        </p:nvPicPr>
        <p:blipFill>
          <a:blip r:embed="rId4"/>
          <a:srcRect b="48305"/>
          <a:stretch>
            <a:fillRect/>
          </a:stretch>
        </p:blipFill>
        <p:spPr bwMode="auto">
          <a:xfrm>
            <a:off x="-1" y="2070100"/>
            <a:ext cx="9147579" cy="2658654"/>
          </a:xfrm>
          <a:prstGeom prst="rect">
            <a:avLst/>
          </a:prstGeom>
          <a:noFill/>
          <a:ln w="9525">
            <a:noFill/>
            <a:miter lim="800000"/>
            <a:headEnd/>
            <a:tailEnd/>
          </a:ln>
          <a:effectLst/>
        </p:spPr>
      </p:pic>
      <p:cxnSp>
        <p:nvCxnSpPr>
          <p:cNvPr id="8" name="7 Conector recto de flecha"/>
          <p:cNvCxnSpPr/>
          <p:nvPr/>
        </p:nvCxnSpPr>
        <p:spPr>
          <a:xfrm rot="10800000">
            <a:off x="2070100" y="3251200"/>
            <a:ext cx="1790700" cy="6985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Crear nuevo archivo de trabajo en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Jupyter</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Notebook</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Verifica que en tu carpeta del proyecto ya se haya creado el archivo: 1_Extracción_de_datos.ipynb</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6146" name="Picture 2"/>
          <p:cNvPicPr>
            <a:picLocks noChangeAspect="1" noChangeArrowheads="1"/>
          </p:cNvPicPr>
          <p:nvPr/>
        </p:nvPicPr>
        <p:blipFill>
          <a:blip r:embed="rId4"/>
          <a:srcRect t="11111" r="16642" b="44905"/>
          <a:stretch>
            <a:fillRect/>
          </a:stretch>
        </p:blipFill>
        <p:spPr bwMode="auto">
          <a:xfrm>
            <a:off x="228600" y="2129391"/>
            <a:ext cx="8674100" cy="2573238"/>
          </a:xfrm>
          <a:prstGeom prst="rect">
            <a:avLst/>
          </a:prstGeom>
          <a:noFill/>
          <a:ln w="9525">
            <a:noFill/>
            <a:miter lim="800000"/>
            <a:headEnd/>
            <a:tailEnd/>
          </a:ln>
          <a:effectLst/>
        </p:spPr>
      </p:pic>
      <p:cxnSp>
        <p:nvCxnSpPr>
          <p:cNvPr id="8" name="7 Conector recto de flecha"/>
          <p:cNvCxnSpPr/>
          <p:nvPr/>
        </p:nvCxnSpPr>
        <p:spPr>
          <a:xfrm rot="10800000">
            <a:off x="2997200" y="3606800"/>
            <a:ext cx="1790700" cy="6985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Editar nuestro archivo </a:t>
            </a:r>
          </a:p>
          <a:p>
            <a:pPr algn="just"/>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Despues</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de editar el archivo, verificar que tenemos una tarea pendiente en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Git</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7170" name="Picture 2"/>
          <p:cNvPicPr>
            <a:picLocks noChangeAspect="1" noChangeArrowheads="1"/>
          </p:cNvPicPr>
          <p:nvPr/>
        </p:nvPicPr>
        <p:blipFill>
          <a:blip r:embed="rId4"/>
          <a:srcRect r="26687" b="56150"/>
          <a:stretch>
            <a:fillRect/>
          </a:stretch>
        </p:blipFill>
        <p:spPr bwMode="auto">
          <a:xfrm>
            <a:off x="658385" y="2106230"/>
            <a:ext cx="7876310" cy="2648650"/>
          </a:xfrm>
          <a:prstGeom prst="rect">
            <a:avLst/>
          </a:prstGeom>
          <a:noFill/>
          <a:ln w="9525">
            <a:noFill/>
            <a:miter lim="800000"/>
            <a:headEnd/>
            <a:tailEnd/>
          </a:ln>
          <a:effectLst/>
        </p:spPr>
      </p:pic>
      <p:cxnSp>
        <p:nvCxnSpPr>
          <p:cNvPr id="8" name="7 Conector recto de flecha"/>
          <p:cNvCxnSpPr/>
          <p:nvPr/>
        </p:nvCxnSpPr>
        <p:spPr>
          <a:xfrm rot="10800000">
            <a:off x="930171" y="3212289"/>
            <a:ext cx="1790700" cy="6985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5.  Realizo mi primer COMMIT</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Edito los comentarios para los cambios realizados,  oprimo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Commit</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y selecciono “si” en la ventana emergente.</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8194" name="Picture 2"/>
          <p:cNvPicPr>
            <a:picLocks noChangeAspect="1" noChangeArrowheads="1"/>
          </p:cNvPicPr>
          <p:nvPr/>
        </p:nvPicPr>
        <p:blipFill>
          <a:blip r:embed="rId4"/>
          <a:srcRect r="4821" b="52665"/>
          <a:stretch>
            <a:fillRect/>
          </a:stretch>
        </p:blipFill>
        <p:spPr bwMode="auto">
          <a:xfrm>
            <a:off x="497540" y="2448268"/>
            <a:ext cx="8202707" cy="2293549"/>
          </a:xfrm>
          <a:prstGeom prst="rect">
            <a:avLst/>
          </a:prstGeom>
          <a:noFill/>
          <a:ln w="9525">
            <a:noFill/>
            <a:miter lim="800000"/>
            <a:headEnd/>
            <a:tailEnd/>
          </a:ln>
          <a:effectLst/>
        </p:spPr>
      </p:pic>
      <p:cxnSp>
        <p:nvCxnSpPr>
          <p:cNvPr id="8" name="7 Conector recto de flecha"/>
          <p:cNvCxnSpPr/>
          <p:nvPr/>
        </p:nvCxnSpPr>
        <p:spPr>
          <a:xfrm rot="10800000">
            <a:off x="2324847" y="3122705"/>
            <a:ext cx="1790700" cy="6985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6.  Enviar los cambios realizados a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Git</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Hub</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con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Push</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De la sección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Git</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selecciono los tres punto y elijo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push</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9218" name="Picture 2"/>
          <p:cNvPicPr>
            <a:picLocks noChangeAspect="1" noChangeArrowheads="1"/>
          </p:cNvPicPr>
          <p:nvPr/>
        </p:nvPicPr>
        <p:blipFill>
          <a:blip r:embed="rId4"/>
          <a:srcRect r="4878" b="43578"/>
          <a:stretch>
            <a:fillRect/>
          </a:stretch>
        </p:blipFill>
        <p:spPr bwMode="auto">
          <a:xfrm>
            <a:off x="643091" y="2222081"/>
            <a:ext cx="7908322" cy="2637302"/>
          </a:xfrm>
          <a:prstGeom prst="rect">
            <a:avLst/>
          </a:prstGeom>
          <a:noFill/>
          <a:ln w="9525">
            <a:noFill/>
            <a:miter lim="800000"/>
            <a:headEnd/>
            <a:tailEnd/>
          </a:ln>
          <a:effectLst/>
        </p:spPr>
      </p:pic>
      <p:cxnSp>
        <p:nvCxnSpPr>
          <p:cNvPr id="8" name="7 Conector recto de flecha"/>
          <p:cNvCxnSpPr/>
          <p:nvPr/>
        </p:nvCxnSpPr>
        <p:spPr>
          <a:xfrm rot="10800000">
            <a:off x="2831742" y="3142583"/>
            <a:ext cx="1790700" cy="6985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7.  Verifica que el archivo se cargo correctamente en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GitHub</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3 Extracción de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datos.ipynb</a:t>
            </a:r>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10242" name="Picture 2"/>
          <p:cNvPicPr>
            <a:picLocks noChangeAspect="1" noChangeArrowheads="1"/>
          </p:cNvPicPr>
          <p:nvPr/>
        </p:nvPicPr>
        <p:blipFill>
          <a:blip r:embed="rId4"/>
          <a:srcRect t="11454" r="12265" b="33705"/>
          <a:stretch>
            <a:fillRect/>
          </a:stretch>
        </p:blipFill>
        <p:spPr bwMode="auto">
          <a:xfrm>
            <a:off x="708387" y="2024742"/>
            <a:ext cx="7808597" cy="2744243"/>
          </a:xfrm>
          <a:prstGeom prst="rect">
            <a:avLst/>
          </a:prstGeom>
          <a:noFill/>
          <a:ln w="9525">
            <a:noFill/>
            <a:miter lim="800000"/>
            <a:headEnd/>
            <a:tailEnd/>
          </a:ln>
          <a:effectLst/>
        </p:spPr>
      </p:pic>
      <p:cxnSp>
        <p:nvCxnSpPr>
          <p:cNvPr id="8" name="7 Conector recto de flecha"/>
          <p:cNvCxnSpPr/>
          <p:nvPr/>
        </p:nvCxnSpPr>
        <p:spPr>
          <a:xfrm rot="10800000" flipV="1">
            <a:off x="2648862" y="3683726"/>
            <a:ext cx="2092956" cy="7874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8.  Modificar </a:t>
            </a:r>
            <a:r>
              <a:rPr lang="es-ES" sz="1600" b="1">
                <a:solidFill>
                  <a:schemeClr val="bg1">
                    <a:lumMod val="60000"/>
                    <a:lumOff val="40000"/>
                  </a:schemeClr>
                </a:solidFill>
                <a:latin typeface="Fira Sans Condensed Light" panose="020B0604020202020204" charset="0"/>
                <a:cs typeface="Times New Roman" panose="02020603050405020304" pitchFamily="18" charset="0"/>
              </a:rPr>
              <a:t>o crear archivo </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desde GitHub</a:t>
            </a:r>
          </a:p>
          <a:p>
            <a:pPr algn="just"/>
            <a:r>
              <a:rPr lang="es-E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Archivo: </a:t>
            </a:r>
            <a:r>
              <a:rPr lang="es-E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MiClaseAnalítica</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11266" name="Picture 2"/>
          <p:cNvPicPr>
            <a:picLocks noChangeAspect="1" noChangeArrowheads="1"/>
          </p:cNvPicPr>
          <p:nvPr/>
        </p:nvPicPr>
        <p:blipFill>
          <a:blip r:embed="rId4"/>
          <a:srcRect t="25694" r="10181" b="19676"/>
          <a:stretch>
            <a:fillRect/>
          </a:stretch>
        </p:blipFill>
        <p:spPr bwMode="auto">
          <a:xfrm>
            <a:off x="573315" y="2037805"/>
            <a:ext cx="7897918" cy="2700746"/>
          </a:xfrm>
          <a:prstGeom prst="rect">
            <a:avLst/>
          </a:prstGeom>
          <a:noFill/>
          <a:ln w="9525">
            <a:noFill/>
            <a:miter lim="800000"/>
            <a:headEnd/>
            <a:tailEnd/>
          </a:ln>
          <a:effectLst/>
        </p:spPr>
      </p:pic>
      <p:cxnSp>
        <p:nvCxnSpPr>
          <p:cNvPr id="8" name="7 Conector recto de flecha"/>
          <p:cNvCxnSpPr/>
          <p:nvPr/>
        </p:nvCxnSpPr>
        <p:spPr>
          <a:xfrm rot="10800000" flipV="1">
            <a:off x="2191662" y="3618412"/>
            <a:ext cx="2092956" cy="7874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9.  Sincronizar en Visual Studio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Code</a:t>
            </a:r>
            <a:endParaRPr lang="es-E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Oprimir</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botón</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de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sincronizar</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y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verificar</a:t>
            </a:r>
            <a:r>
              <a:rPr lang="en-US" sz="1600" dirty="0">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 </a:t>
            </a:r>
            <a:r>
              <a:rPr lang="en-US" sz="1600" dirty="0" err="1">
                <a:solidFill>
                  <a:schemeClr val="accent4"/>
                </a:solidFill>
                <a:latin typeface="Fira Sans Condensed Light" panose="020B0604020202020204" charset="0"/>
                <a:ea typeface="Fira Sans Condensed Light"/>
                <a:cs typeface="Times New Roman" panose="02020603050405020304" pitchFamily="18" charset="0"/>
                <a:sym typeface="Fira Sans Condensed Light"/>
              </a:rPr>
              <a:t>cambios</a:t>
            </a:r>
            <a:endParaRPr lang="es-ES" dirty="0">
              <a:solidFill>
                <a:srgbClr val="F3F3F3"/>
              </a:solidFill>
              <a:latin typeface="Fira Sans Condensed Light"/>
              <a:ea typeface="Fira Sans Condensed Light"/>
              <a:cs typeface="Fira Sans Condensed Light"/>
              <a:sym typeface="Fira Sans Condensed Light"/>
            </a:endParaRPr>
          </a:p>
        </p:txBody>
      </p:sp>
      <p:pic>
        <p:nvPicPr>
          <p:cNvPr id="12290" name="Picture 2"/>
          <p:cNvPicPr>
            <a:picLocks noChangeAspect="1" noChangeArrowheads="1"/>
          </p:cNvPicPr>
          <p:nvPr/>
        </p:nvPicPr>
        <p:blipFill>
          <a:blip r:embed="rId4"/>
          <a:srcRect t="49478" r="20175" b="6132"/>
          <a:stretch>
            <a:fillRect/>
          </a:stretch>
        </p:blipFill>
        <p:spPr bwMode="auto">
          <a:xfrm>
            <a:off x="332487" y="2116184"/>
            <a:ext cx="8471140" cy="2648494"/>
          </a:xfrm>
          <a:prstGeom prst="rect">
            <a:avLst/>
          </a:prstGeom>
          <a:noFill/>
          <a:ln w="9525">
            <a:noFill/>
            <a:miter lim="800000"/>
            <a:headEnd/>
            <a:tailEnd/>
          </a:ln>
          <a:effectLst/>
        </p:spPr>
      </p:pic>
      <p:cxnSp>
        <p:nvCxnSpPr>
          <p:cNvPr id="8" name="7 Conector recto de flecha"/>
          <p:cNvCxnSpPr/>
          <p:nvPr/>
        </p:nvCxnSpPr>
        <p:spPr>
          <a:xfrm rot="10800000" flipV="1">
            <a:off x="858512" y="3834571"/>
            <a:ext cx="2092956" cy="7874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827322"/>
            <a:ext cx="68985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Sincronizar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baseline="0" noProof="0" dirty="0">
                <a:ln>
                  <a:noFill/>
                </a:ln>
                <a:solidFill>
                  <a:schemeClr val="tx2"/>
                </a:solidFill>
                <a:effectLst/>
                <a:uLnTx/>
                <a:uFillTx/>
                <a:latin typeface="Rajdhani"/>
                <a:ea typeface="Rajdhani"/>
                <a:cs typeface="Rajdhani"/>
                <a:sym typeface="Rajdhani"/>
              </a:rPr>
              <a:t>Visual Studio Code</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 </a:t>
            </a:r>
            <a:r>
              <a:rPr kumimoji="0" lang="en-US" sz="3000" b="1" i="0" u="none" strike="noStrike" kern="0" cap="none" spc="0" normalizeH="0" noProof="0" dirty="0" err="1">
                <a:ln>
                  <a:noFill/>
                </a:ln>
                <a:solidFill>
                  <a:schemeClr val="tx2"/>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chemeClr val="tx2"/>
                </a:solidFill>
                <a:effectLst/>
                <a:uLnTx/>
                <a:uFillTx/>
                <a:latin typeface="Rajdhani"/>
                <a:ea typeface="Rajdhani"/>
                <a:cs typeface="Rajdhani"/>
                <a:sym typeface="Rajdhani"/>
              </a:rPr>
              <a:t> Hub</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374732"/>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10.  Repetir ciclo varias veces para confirmar el sincronizado</a:t>
            </a:r>
          </a:p>
        </p:txBody>
      </p:sp>
      <p:pic>
        <p:nvPicPr>
          <p:cNvPr id="13314" name="Picture 2"/>
          <p:cNvPicPr>
            <a:picLocks noChangeAspect="1" noChangeArrowheads="1"/>
          </p:cNvPicPr>
          <p:nvPr/>
        </p:nvPicPr>
        <p:blipFill>
          <a:blip r:embed="rId4"/>
          <a:srcRect t="27143" r="17072" b="17355"/>
          <a:stretch>
            <a:fillRect/>
          </a:stretch>
        </p:blipFill>
        <p:spPr bwMode="auto">
          <a:xfrm>
            <a:off x="794110" y="1933303"/>
            <a:ext cx="7324924" cy="2756263"/>
          </a:xfrm>
          <a:prstGeom prst="rect">
            <a:avLst/>
          </a:prstGeom>
          <a:noFill/>
          <a:ln w="9525">
            <a:noFill/>
            <a:miter lim="800000"/>
            <a:headEnd/>
            <a:tailEnd/>
          </a:ln>
          <a:effectLst/>
        </p:spPr>
      </p:pic>
      <p:cxnSp>
        <p:nvCxnSpPr>
          <p:cNvPr id="8" name="7 Conector recto de flecha"/>
          <p:cNvCxnSpPr/>
          <p:nvPr/>
        </p:nvCxnSpPr>
        <p:spPr>
          <a:xfrm rot="10800000" flipV="1">
            <a:off x="6384100" y="1940457"/>
            <a:ext cx="2092956" cy="7874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702811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Eliminar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un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repositorio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Ingresar al repositorio que se desea eliminar</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6" name="Picture 2"/>
          <p:cNvPicPr>
            <a:picLocks noChangeAspect="1" noChangeArrowheads="1"/>
          </p:cNvPicPr>
          <p:nvPr/>
        </p:nvPicPr>
        <p:blipFill>
          <a:blip r:embed="rId4"/>
          <a:srcRect t="3781" r="-424" b="15789"/>
          <a:stretch>
            <a:fillRect/>
          </a:stretch>
        </p:blipFill>
        <p:spPr bwMode="auto">
          <a:xfrm>
            <a:off x="1375377" y="1981200"/>
            <a:ext cx="6155071" cy="2771554"/>
          </a:xfrm>
          <a:prstGeom prst="rect">
            <a:avLst/>
          </a:prstGeom>
          <a:noFill/>
          <a:ln w="9525">
            <a:noFill/>
            <a:miter lim="800000"/>
            <a:headEnd/>
            <a:tailEnd/>
          </a:ln>
          <a:effectLst/>
        </p:spPr>
      </p:pic>
      <p:cxnSp>
        <p:nvCxnSpPr>
          <p:cNvPr id="8" name="7 Conector recto de flecha"/>
          <p:cNvCxnSpPr/>
          <p:nvPr/>
        </p:nvCxnSpPr>
        <p:spPr>
          <a:xfrm rot="10800000">
            <a:off x="2303856" y="2687467"/>
            <a:ext cx="3227732" cy="858048"/>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702811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Eliminar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un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repositorio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Ingresar a la opción de ajuste</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050" name="Picture 2"/>
          <p:cNvPicPr>
            <a:picLocks noChangeAspect="1" noChangeArrowheads="1"/>
          </p:cNvPicPr>
          <p:nvPr/>
        </p:nvPicPr>
        <p:blipFill>
          <a:blip r:embed="rId4"/>
          <a:srcRect t="4427" r="878" b="29147"/>
          <a:stretch>
            <a:fillRect/>
          </a:stretch>
        </p:blipFill>
        <p:spPr bwMode="auto">
          <a:xfrm>
            <a:off x="952500" y="1981200"/>
            <a:ext cx="7280824" cy="2743200"/>
          </a:xfrm>
          <a:prstGeom prst="rect">
            <a:avLst/>
          </a:prstGeom>
          <a:noFill/>
          <a:ln w="9525">
            <a:noFill/>
            <a:miter lim="800000"/>
            <a:headEnd/>
            <a:tailEnd/>
          </a:ln>
          <a:effectLst/>
        </p:spPr>
      </p:pic>
      <p:cxnSp>
        <p:nvCxnSpPr>
          <p:cNvPr id="8" name="7 Conector recto de flecha"/>
          <p:cNvCxnSpPr/>
          <p:nvPr/>
        </p:nvCxnSpPr>
        <p:spPr>
          <a:xfrm rot="10800000">
            <a:off x="4647006" y="3106568"/>
            <a:ext cx="1696644" cy="836783"/>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702811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Eliminar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un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repositorio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3.  En la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Danger</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Zone</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seleccionar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Delete</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this</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b="1" dirty="0" err="1">
                <a:solidFill>
                  <a:schemeClr val="bg1">
                    <a:lumMod val="60000"/>
                    <a:lumOff val="40000"/>
                  </a:schemeClr>
                </a:solidFill>
                <a:latin typeface="Fira Sans Condensed Light" panose="020B0604020202020204" charset="0"/>
                <a:cs typeface="Times New Roman" panose="02020603050405020304" pitchFamily="18" charset="0"/>
              </a:rPr>
              <a:t>repository</a:t>
            </a:r>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3075" name="Picture 3"/>
          <p:cNvPicPr>
            <a:picLocks noChangeAspect="1" noChangeArrowheads="1"/>
          </p:cNvPicPr>
          <p:nvPr/>
        </p:nvPicPr>
        <p:blipFill>
          <a:blip r:embed="rId4"/>
          <a:srcRect t="3906" r="1830" b="23177"/>
          <a:stretch>
            <a:fillRect/>
          </a:stretch>
        </p:blipFill>
        <p:spPr bwMode="auto">
          <a:xfrm>
            <a:off x="1419225" y="2000250"/>
            <a:ext cx="6477749" cy="2705100"/>
          </a:xfrm>
          <a:prstGeom prst="rect">
            <a:avLst/>
          </a:prstGeom>
          <a:noFill/>
          <a:ln w="9525">
            <a:noFill/>
            <a:miter lim="800000"/>
            <a:headEnd/>
            <a:tailEnd/>
          </a:ln>
          <a:effectLst/>
        </p:spPr>
      </p:pic>
      <p:cxnSp>
        <p:nvCxnSpPr>
          <p:cNvPr id="8" name="7 Conector recto de flecha"/>
          <p:cNvCxnSpPr/>
          <p:nvPr/>
        </p:nvCxnSpPr>
        <p:spPr>
          <a:xfrm>
            <a:off x="4495800" y="3714750"/>
            <a:ext cx="1522806" cy="706269"/>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702811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Eliminar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un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repositorio</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4.  Redacta el texto  solicitado para confirmar e ingresa tu contraseña </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4098" name="Picture 2"/>
          <p:cNvPicPr>
            <a:picLocks noChangeAspect="1" noChangeArrowheads="1"/>
          </p:cNvPicPr>
          <p:nvPr/>
        </p:nvPicPr>
        <p:blipFill>
          <a:blip r:embed="rId4"/>
          <a:srcRect t="9735" b="29688"/>
          <a:stretch>
            <a:fillRect/>
          </a:stretch>
        </p:blipFill>
        <p:spPr bwMode="auto">
          <a:xfrm>
            <a:off x="571499" y="2019300"/>
            <a:ext cx="7886701" cy="2686050"/>
          </a:xfrm>
          <a:prstGeom prst="rect">
            <a:avLst/>
          </a:prstGeom>
          <a:noFill/>
          <a:ln w="9525">
            <a:noFill/>
            <a:miter lim="800000"/>
            <a:headEnd/>
            <a:tailEnd/>
          </a:ln>
          <a:effectLst/>
        </p:spPr>
      </p:pic>
      <p:cxnSp>
        <p:nvCxnSpPr>
          <p:cNvPr id="8" name="7 Conector recto de flecha"/>
          <p:cNvCxnSpPr/>
          <p:nvPr/>
        </p:nvCxnSpPr>
        <p:spPr>
          <a:xfrm>
            <a:off x="1714500" y="3238500"/>
            <a:ext cx="1522806" cy="706269"/>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87654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visualizar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el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historial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COMMITS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1.  Ingresar al repositorio que se desea visualizar</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1026" name="Picture 2"/>
          <p:cNvPicPr>
            <a:picLocks noChangeAspect="1" noChangeArrowheads="1"/>
          </p:cNvPicPr>
          <p:nvPr/>
        </p:nvPicPr>
        <p:blipFill>
          <a:blip r:embed="rId4"/>
          <a:srcRect t="3781" r="-424" b="15789"/>
          <a:stretch>
            <a:fillRect/>
          </a:stretch>
        </p:blipFill>
        <p:spPr bwMode="auto">
          <a:xfrm>
            <a:off x="1375377" y="1981200"/>
            <a:ext cx="6155071" cy="2771554"/>
          </a:xfrm>
          <a:prstGeom prst="rect">
            <a:avLst/>
          </a:prstGeom>
          <a:noFill/>
          <a:ln w="9525">
            <a:noFill/>
            <a:miter lim="800000"/>
            <a:headEnd/>
            <a:tailEnd/>
          </a:ln>
          <a:effectLst/>
        </p:spPr>
      </p:pic>
      <p:cxnSp>
        <p:nvCxnSpPr>
          <p:cNvPr id="8" name="7 Conector recto de flecha"/>
          <p:cNvCxnSpPr/>
          <p:nvPr/>
        </p:nvCxnSpPr>
        <p:spPr>
          <a:xfrm rot="10800000">
            <a:off x="2303856" y="2687467"/>
            <a:ext cx="3227732" cy="858048"/>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2" y="984078"/>
            <a:ext cx="876547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¿Como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visualizar</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el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historial</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de COMMITS en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Git</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Hub?</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256325"/>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350898" y="1531488"/>
            <a:ext cx="8297802" cy="824233"/>
          </a:xfrm>
          <a:prstGeom prst="rect">
            <a:avLst/>
          </a:prstGeom>
          <a:noFill/>
          <a:ln>
            <a:noFill/>
          </a:ln>
        </p:spPr>
        <p:txBody>
          <a:bodyPr spcFirstLastPara="1" wrap="square" lIns="91425" tIns="182875" rIns="91425" bIns="0" anchor="t" anchorCtr="0">
            <a:noAutofit/>
          </a:bodyPr>
          <a:lstStyle/>
          <a:p>
            <a:pPr algn="just"/>
            <a:r>
              <a:rPr lang="es-ES" sz="1600" b="1" dirty="0">
                <a:solidFill>
                  <a:schemeClr val="bg1">
                    <a:lumMod val="60000"/>
                    <a:lumOff val="40000"/>
                  </a:schemeClr>
                </a:solidFill>
                <a:latin typeface="Fira Sans Condensed Light" panose="020B0604020202020204" charset="0"/>
                <a:cs typeface="Times New Roman" panose="02020603050405020304" pitchFamily="18" charset="0"/>
              </a:rPr>
              <a:t>Paso 2.  Ingresar al icono de cantidad de COMMITS</a:t>
            </a:r>
          </a:p>
        </p:txBody>
      </p:sp>
      <p:sp>
        <p:nvSpPr>
          <p:cNvPr id="10"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2"/>
          <p:cNvPicPr>
            <a:picLocks noChangeAspect="1" noChangeArrowheads="1"/>
          </p:cNvPicPr>
          <p:nvPr/>
        </p:nvPicPr>
        <p:blipFill>
          <a:blip r:embed="rId4"/>
          <a:srcRect t="4427" r="2928" b="19271"/>
          <a:stretch>
            <a:fillRect/>
          </a:stretch>
        </p:blipFill>
        <p:spPr bwMode="auto">
          <a:xfrm>
            <a:off x="1276350" y="1981200"/>
            <a:ext cx="6229350" cy="2752940"/>
          </a:xfrm>
          <a:prstGeom prst="rect">
            <a:avLst/>
          </a:prstGeom>
          <a:noFill/>
          <a:ln w="9525">
            <a:noFill/>
            <a:miter lim="800000"/>
            <a:headEnd/>
            <a:tailEnd/>
          </a:ln>
          <a:effectLst/>
        </p:spPr>
      </p:pic>
      <p:cxnSp>
        <p:nvCxnSpPr>
          <p:cNvPr id="8" name="7 Conector recto de flecha"/>
          <p:cNvCxnSpPr/>
          <p:nvPr/>
        </p:nvCxnSpPr>
        <p:spPr>
          <a:xfrm rot="10800000">
            <a:off x="5656656" y="3506618"/>
            <a:ext cx="2344344" cy="1008233"/>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98"/>
        <p:cNvGrpSpPr/>
        <p:nvPr/>
      </p:nvGrpSpPr>
      <p:grpSpPr>
        <a:xfrm>
          <a:off x="0" y="0"/>
          <a:ext cx="0" cy="0"/>
          <a:chOff x="0" y="0"/>
          <a:chExt cx="0" cy="0"/>
        </a:xfrm>
      </p:grpSpPr>
      <p:sp>
        <p:nvSpPr>
          <p:cNvPr id="6" name="Google Shape;1768;p46"/>
          <p:cNvSpPr txBox="1">
            <a:spLocks/>
          </p:cNvSpPr>
          <p:nvPr/>
        </p:nvSpPr>
        <p:spPr>
          <a:xfrm>
            <a:off x="2562175" y="725400"/>
            <a:ext cx="4020000" cy="1462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r>
              <a:rPr lang="es-ES" dirty="0"/>
              <a:t>Fin de la Sesión</a:t>
            </a:r>
          </a:p>
        </p:txBody>
      </p:sp>
      <p:sp>
        <p:nvSpPr>
          <p:cNvPr id="7" name="Google Shape;1769;p46"/>
          <p:cNvSpPr txBox="1">
            <a:spLocks/>
          </p:cNvSpPr>
          <p:nvPr/>
        </p:nvSpPr>
        <p:spPr>
          <a:xfrm>
            <a:off x="2561975" y="2105100"/>
            <a:ext cx="4020000" cy="1203900"/>
          </a:xfrm>
          <a:prstGeom prst="rect">
            <a:avLst/>
          </a:prstGeom>
          <a:solidFill>
            <a:srgbClr val="FFFFFF">
              <a:alpha val="4509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434343"/>
              </a:buClr>
              <a:buSzPts val="1100"/>
              <a:buFont typeface="Fira Sans Condensed Light"/>
              <a:buAutoNum type="arabicPeriod"/>
              <a:defRPr sz="13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298450" algn="l" rtl="0">
              <a:lnSpc>
                <a:spcPct val="115000"/>
              </a:lnSpc>
              <a:spcBef>
                <a:spcPts val="1600"/>
              </a:spcBef>
              <a:spcAft>
                <a:spcPts val="160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0" indent="0" algn="ctr">
              <a:buClr>
                <a:schemeClr val="dk1"/>
              </a:buClr>
              <a:buFont typeface="Arial"/>
              <a:buNone/>
            </a:pPr>
            <a:r>
              <a:rPr lang="es-ES" dirty="0"/>
              <a:t>Preguntas?</a:t>
            </a:r>
          </a:p>
          <a:p>
            <a:pPr marL="0" indent="0" algn="ctr">
              <a:buClr>
                <a:schemeClr val="dk1"/>
              </a:buClr>
              <a:buFont typeface="Arial"/>
              <a:buNone/>
            </a:pPr>
            <a:endParaRPr lang="es-ES" dirty="0"/>
          </a:p>
          <a:p>
            <a:pPr marL="0" indent="0" algn="ctr">
              <a:buClr>
                <a:schemeClr val="dk1"/>
              </a:buClr>
              <a:buFont typeface="Arial"/>
              <a:buNone/>
            </a:pPr>
            <a:r>
              <a:rPr lang="es-ES" dirty="0">
                <a:hlinkClick r:id="rId4"/>
              </a:rPr>
              <a:t>Alfredo.garcias@tec.mx</a:t>
            </a:r>
            <a:endParaRPr lang="es-ES" dirty="0"/>
          </a:p>
          <a:p>
            <a:pPr marL="0" indent="0" algn="ctr">
              <a:buClr>
                <a:schemeClr val="dk1"/>
              </a:buClr>
              <a:buFont typeface="Arial"/>
              <a:buNone/>
            </a:pPr>
            <a:r>
              <a:rPr lang="es-ES" dirty="0"/>
              <a:t>https://itesm.zoom.us/my/alfredo.garcia</a:t>
            </a:r>
          </a:p>
          <a:p>
            <a:pPr marL="0" indent="0" algn="ctr">
              <a:buClr>
                <a:schemeClr val="dk1"/>
              </a:buClr>
              <a:buFont typeface="Arial"/>
              <a:buNone/>
            </a:pPr>
            <a:r>
              <a:rPr lang="es-ES" dirty="0"/>
              <a:t> </a:t>
            </a:r>
          </a:p>
        </p:txBody>
      </p:sp>
      <p:grpSp>
        <p:nvGrpSpPr>
          <p:cNvPr id="8" name="Google Shape;1771;p46"/>
          <p:cNvGrpSpPr/>
          <p:nvPr/>
        </p:nvGrpSpPr>
        <p:grpSpPr>
          <a:xfrm>
            <a:off x="3914560" y="3451633"/>
            <a:ext cx="268782" cy="268485"/>
            <a:chOff x="3303268" y="3817349"/>
            <a:chExt cx="346056" cy="345674"/>
          </a:xfrm>
        </p:grpSpPr>
        <p:sp>
          <p:nvSpPr>
            <p:cNvPr id="9" name="Google Shape;1772;p46"/>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73;p46"/>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74;p46"/>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75;p46"/>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776;p46"/>
          <p:cNvGrpSpPr/>
          <p:nvPr/>
        </p:nvGrpSpPr>
        <p:grpSpPr>
          <a:xfrm>
            <a:off x="4263368" y="3451633"/>
            <a:ext cx="268782" cy="268485"/>
            <a:chOff x="3752358" y="3817349"/>
            <a:chExt cx="346056" cy="345674"/>
          </a:xfrm>
        </p:grpSpPr>
        <p:sp>
          <p:nvSpPr>
            <p:cNvPr id="14" name="Google Shape;1777;p46"/>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78;p46"/>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79;p46"/>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0;p46"/>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781;p46"/>
          <p:cNvGrpSpPr/>
          <p:nvPr/>
        </p:nvGrpSpPr>
        <p:grpSpPr>
          <a:xfrm>
            <a:off x="4612176" y="3451633"/>
            <a:ext cx="268757" cy="268485"/>
            <a:chOff x="4201447" y="3817349"/>
            <a:chExt cx="346024" cy="345674"/>
          </a:xfrm>
        </p:grpSpPr>
        <p:sp>
          <p:nvSpPr>
            <p:cNvPr id="19" name="Google Shape;1782;p46"/>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3;p46"/>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784;p46"/>
          <p:cNvGrpSpPr/>
          <p:nvPr/>
        </p:nvGrpSpPr>
        <p:grpSpPr>
          <a:xfrm>
            <a:off x="4960939" y="3451633"/>
            <a:ext cx="268460" cy="268485"/>
            <a:chOff x="5549861" y="3817349"/>
            <a:chExt cx="345642" cy="345674"/>
          </a:xfrm>
        </p:grpSpPr>
        <p:sp>
          <p:nvSpPr>
            <p:cNvPr id="22" name="Google Shape;1785;p46"/>
            <p:cNvSpPr/>
            <p:nvPr/>
          </p:nvSpPr>
          <p:spPr>
            <a:xfrm>
              <a:off x="5549861" y="3817349"/>
              <a:ext cx="345642" cy="345674"/>
            </a:xfrm>
            <a:custGeom>
              <a:avLst/>
              <a:gdLst/>
              <a:ahLst/>
              <a:cxnLst/>
              <a:rect l="l" t="t" r="r" b="b"/>
              <a:pathLst>
                <a:path w="10859" h="10860" extrusionOk="0">
                  <a:moveTo>
                    <a:pt x="5429" y="334"/>
                  </a:moveTo>
                  <a:cubicBezTo>
                    <a:pt x="8239" y="334"/>
                    <a:pt x="10513" y="2608"/>
                    <a:pt x="10513" y="5430"/>
                  </a:cubicBezTo>
                  <a:cubicBezTo>
                    <a:pt x="10513" y="8240"/>
                    <a:pt x="8227" y="10514"/>
                    <a:pt x="5429" y="10514"/>
                  </a:cubicBezTo>
                  <a:cubicBezTo>
                    <a:pt x="2619" y="10514"/>
                    <a:pt x="333" y="8240"/>
                    <a:pt x="333" y="5430"/>
                  </a:cubicBezTo>
                  <a:cubicBezTo>
                    <a:pt x="333" y="2608"/>
                    <a:pt x="2619" y="334"/>
                    <a:pt x="5429" y="334"/>
                  </a:cubicBezTo>
                  <a:close/>
                  <a:moveTo>
                    <a:pt x="5429" y="1"/>
                  </a:moveTo>
                  <a:cubicBezTo>
                    <a:pt x="3989" y="1"/>
                    <a:pt x="2619" y="560"/>
                    <a:pt x="1584" y="1584"/>
                  </a:cubicBezTo>
                  <a:cubicBezTo>
                    <a:pt x="560" y="2620"/>
                    <a:pt x="0" y="3989"/>
                    <a:pt x="0" y="5430"/>
                  </a:cubicBezTo>
                  <a:cubicBezTo>
                    <a:pt x="0" y="6871"/>
                    <a:pt x="560" y="8240"/>
                    <a:pt x="1584" y="9264"/>
                  </a:cubicBezTo>
                  <a:cubicBezTo>
                    <a:pt x="2619" y="10300"/>
                    <a:pt x="3989" y="10859"/>
                    <a:pt x="5429" y="10859"/>
                  </a:cubicBezTo>
                  <a:cubicBezTo>
                    <a:pt x="6870" y="10859"/>
                    <a:pt x="8239" y="10300"/>
                    <a:pt x="9263" y="9264"/>
                  </a:cubicBezTo>
                  <a:cubicBezTo>
                    <a:pt x="10299" y="8240"/>
                    <a:pt x="10859" y="6871"/>
                    <a:pt x="10859" y="5430"/>
                  </a:cubicBezTo>
                  <a:cubicBezTo>
                    <a:pt x="10859" y="3989"/>
                    <a:pt x="10299" y="2620"/>
                    <a:pt x="9263" y="1584"/>
                  </a:cubicBezTo>
                  <a:cubicBezTo>
                    <a:pt x="8239" y="560"/>
                    <a:pt x="6870" y="1"/>
                    <a:pt x="542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86;p46"/>
            <p:cNvSpPr/>
            <p:nvPr/>
          </p:nvSpPr>
          <p:spPr>
            <a:xfrm>
              <a:off x="5590763" y="3890208"/>
              <a:ext cx="262661" cy="200052"/>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7;p46"/>
            <p:cNvSpPr/>
            <p:nvPr/>
          </p:nvSpPr>
          <p:spPr>
            <a:xfrm>
              <a:off x="5680587" y="3935024"/>
              <a:ext cx="105389" cy="110514"/>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19586</TotalTime>
  <Words>2618</Words>
  <Application>Microsoft Office PowerPoint</Application>
  <PresentationFormat>Presentación en pantalla (16:9)</PresentationFormat>
  <Paragraphs>528</Paragraphs>
  <Slides>67</Slides>
  <Notes>67</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67</vt:i4>
      </vt:variant>
    </vt:vector>
  </HeadingPairs>
  <TitlesOfParts>
    <vt:vector size="73" baseType="lpstr">
      <vt:lpstr>Advent Pro Light</vt:lpstr>
      <vt:lpstr>Anton</vt:lpstr>
      <vt:lpstr>Arial</vt:lpstr>
      <vt:lpstr>Rajdhani</vt:lpstr>
      <vt:lpstr>Fira Sans Condensed Light</vt:lpstr>
      <vt:lpstr>Ai Tech Agency by Slidesgo</vt:lpstr>
      <vt:lpstr>Presentación de PowerPoint</vt:lpstr>
      <vt:lpstr>Bienvenida</vt:lpstr>
      <vt:lpstr>Presentación de PowerPoint</vt:lpstr>
      <vt:lpstr>Presentación de PowerPoint</vt:lpstr>
      <vt:lpstr>Presentación de PowerPoint</vt:lpstr>
      <vt:lpstr>AGENDA</vt:lpstr>
      <vt:lpstr>CLASE VIRTUAL  DE LOS DÍAS VIERNES (FEEDBACK)</vt:lpstr>
      <vt:lpstr>CONTENIDOS DE APRENDIZAJE</vt:lpstr>
      <vt:lpstr>DINÁMICA DE CLASES </vt:lpstr>
      <vt:lpstr>ASISTENCIA EN CLASES </vt:lpstr>
      <vt:lpstr>ACERCA DEL FACILITADOR</vt:lpstr>
      <vt:lpstr>INTRODUCCIÓN</vt:lpstr>
      <vt:lpstr>METODOLOGÍA CRISP DM</vt:lpstr>
      <vt:lpstr>ANALÍTICA DE DATOS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DOCTORAL</dc:title>
  <dc:creator>Alfredo Garcia</dc:creator>
  <cp:lastModifiedBy>Alfredo Garcia Suarez</cp:lastModifiedBy>
  <cp:revision>261</cp:revision>
  <dcterms:modified xsi:type="dcterms:W3CDTF">2026-08-08T19:09:50Z</dcterms:modified>
</cp:coreProperties>
</file>